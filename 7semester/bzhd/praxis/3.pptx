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docProps/custom.xml" ContentType="application/vnd.openxmlformats-officedocument.custom-properties+xml"/>
  <Override PartName="/ppt/slides/slide17.xml" ContentType="application/vnd.openxmlformats-officedocument.presentationml.slide+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slides/slide2.xml" ContentType="application/vnd.openxmlformats-officedocument.presentationml.slide+xml"/>
  <Override PartName="/ppt/slideMasters/slideMaster1.xml" ContentType="application/vnd.openxmlformats-officedocument.presentationml.slideMaster+xml"/>
  <Override PartName="/docProps/core.xml" ContentType="application/vnd.openxmlformats-package.core-properties+xml"/>
  <Override PartName="/ppt/slideLayouts/slideLayout2.xml" ContentType="application/vnd.openxmlformats-officedocument.presentationml.slideLayout+xml"/>
  <Override PartName="/ppt/presProps.xml" ContentType="application/vnd.openxmlformats-officedocument.presentationml.presProps+xml"/>
  <Override PartName="/ppt/theme/theme2.xml" ContentType="application/vnd.openxmlformats-officedocument.theme+xml"/>
  <Override PartName="/ppt/slides/slide13.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howSpecialPlsOnTitleSld="0" strictFirstAndLastChars="0">
  <p:sldMasterIdLst>
    <p:sldMasterId id="2147483648" r:id="rId1"/>
  </p:sldMasterIdLst>
  <p:notesMasterIdLst>
    <p:notesMasterId r:id="rId2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 d="2"/>
          <a:sy n="1" d="2"/>
        </p:scale>
        <p:origin x="0" y="0"/>
      </p:cViewPr>
      <p:guideLst>
        <p:guide pos="1689" orient="horz"/>
        <p:guide pos="2834"/>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notesMaster" Target="notesMasters/notesMaster1.xml"/><Relationship Id="rId25" Type="http://schemas.openxmlformats.org/officeDocument/2006/relationships/presProps" Target="presProps.xml" /><Relationship Id="rId26" Type="http://schemas.openxmlformats.org/officeDocument/2006/relationships/tableStyles" Target="tableStyles.xml" /><Relationship Id="rId2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63929491" name="Google Shape;3;n"/>
          <p:cNvSpPr>
            <a:spLocks noChangeAspect="1" noGrp="1" noRot="1"/>
          </p:cNvSpPr>
          <p:nvPr>
            <p:ph type="sldImg" idx="2"/>
          </p:nvPr>
        </p:nvSpPr>
        <p:spPr bwMode="auto">
          <a:xfrm>
            <a:off x="381309"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0768092"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97544887" name="Google Shape;24;gc4718ee165_0_36: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51777672" name="Google Shape;25;gc4718ee165_0_36: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28259942"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94954970"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59543887"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86264421"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81153126"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5589801"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22630743"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61892326"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03649868"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52697807"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690335"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55594567"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6713864"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58067083"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22845531"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27914361"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96756499"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91153229"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83619867"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08873032"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16061349"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41077598"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94963162"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63593030"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07581977"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43708593"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53501962"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2362607"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0508861"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97203819"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58928488"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93062897"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79854244"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18423765"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25488574" name="Google Shape;31;ga236f8d042_0_0: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53940608" name="Google Shape;32;ga236f8d042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20676794" name="Google Shape;24;gc4718ee165_0_36: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70637820" name="Google Shape;25;gc4718ee165_0_36: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range" preserve="0" showMasterPhAnim="0" showMasterSp="0" type="tx" userDrawn="1">
  <p:cSld name="TITLE_AND_BODY">
    <p:bg>
      <p:bgPr shadeToTitle="0">
        <a:gradFill>
          <a:gsLst>
            <a:gs pos="0">
              <a:srgbClr val="F67F00"/>
            </a:gs>
            <a:gs pos="100000">
              <a:srgbClr val="FFAE3B"/>
            </a:gs>
          </a:gsLst>
          <a:lin ang="7465411" scaled="0"/>
        </a:gradFill>
      </p:bgPr>
    </p:bg>
    <p:spTree>
      <p:nvGrpSpPr>
        <p:cNvPr id="1" name=""/>
        <p:cNvGrpSpPr/>
        <p:nvPr/>
      </p:nvGrpSpPr>
      <p:grpSpPr bwMode="auto">
        <a:xfrm>
          <a:off x="0" y="0"/>
          <a:ext cx="0" cy="0"/>
          <a:chOff x="0" y="0"/>
          <a:chExt cx="0" cy="0"/>
        </a:xfrm>
      </p:grpSpPr>
      <p:pic>
        <p:nvPicPr>
          <p:cNvPr id="341906879" name="Google Shape;12;p2"/>
          <p:cNvPicPr/>
          <p:nvPr/>
        </p:nvPicPr>
        <p:blipFill rotWithShape="1">
          <a:blip r:embed="rId2"/>
          <a:srcRect l="0" t="59" r="0" b="58"/>
          <a:stretch/>
        </p:blipFill>
        <p:spPr bwMode="auto">
          <a:xfrm>
            <a:off x="333137" y="1118462"/>
            <a:ext cx="11934523" cy="4445077"/>
          </a:xfrm>
          <a:prstGeom prst="rect">
            <a:avLst/>
          </a:prstGeom>
          <a:noFill/>
          <a:ln>
            <a:noFill/>
          </a:ln>
        </p:spPr>
      </p:pic>
      <p:sp>
        <p:nvSpPr>
          <p:cNvPr id="854184284" name="Google Shape;13;p2"/>
          <p:cNvSpPr txBox="1">
            <a:spLocks noGrp="1"/>
          </p:cNvSpPr>
          <p:nvPr>
            <p:ph type="title"/>
          </p:nvPr>
        </p:nvSpPr>
        <p:spPr bwMode="auto">
          <a:xfrm>
            <a:off x="448925" y="118500"/>
            <a:ext cx="5631300" cy="1307400"/>
          </a:xfrm>
          <a:prstGeom prst="rect">
            <a:avLst/>
          </a:prstGeom>
          <a:noFill/>
          <a:ln>
            <a:noFill/>
          </a:ln>
        </p:spPr>
        <p:txBody>
          <a:bodyPr spcFirstLastPara="1" wrap="square" lIns="19025" tIns="19025" rIns="19025" bIns="19025" anchor="b" anchorCtr="0">
            <a:noAutofit/>
          </a:bodyPr>
          <a:lstStyle>
            <a:lvl1pPr lvl="0" algn="l">
              <a:lnSpc>
                <a:spcPct val="100000"/>
              </a:lnSpc>
              <a:spcBef>
                <a:spcPts val="0"/>
              </a:spcBef>
              <a:spcAft>
                <a:spcPts val="0"/>
              </a:spcAft>
              <a:buClr>
                <a:srgbClr val="FFFFFF"/>
              </a:buClr>
              <a:buSzPts val="4200"/>
              <a:buFont typeface="Arial"/>
              <a:buNone/>
              <a:defRPr sz="4200" b="0">
                <a:solidFill>
                  <a:srgbClr val="FFFFFF"/>
                </a:solidFill>
              </a:defRPr>
            </a:lvl1pPr>
            <a:lvl2pPr lvl="1" algn="l">
              <a:lnSpc>
                <a:spcPct val="80000"/>
              </a:lnSpc>
              <a:spcBef>
                <a:spcPts val="0"/>
              </a:spcBef>
              <a:spcAft>
                <a:spcPts val="0"/>
              </a:spcAft>
              <a:buClr>
                <a:srgbClr val="E8913D"/>
              </a:buClr>
              <a:buSzPts val="100"/>
              <a:buNone/>
              <a:defRPr sz="800"/>
            </a:lvl2pPr>
            <a:lvl3pPr lvl="2" algn="l">
              <a:lnSpc>
                <a:spcPct val="80000"/>
              </a:lnSpc>
              <a:spcBef>
                <a:spcPts val="0"/>
              </a:spcBef>
              <a:spcAft>
                <a:spcPts val="0"/>
              </a:spcAft>
              <a:buClr>
                <a:srgbClr val="E8913D"/>
              </a:buClr>
              <a:buSzPts val="100"/>
              <a:buNone/>
              <a:defRPr sz="800"/>
            </a:lvl3pPr>
            <a:lvl4pPr lvl="3" algn="l">
              <a:lnSpc>
                <a:spcPct val="80000"/>
              </a:lnSpc>
              <a:spcBef>
                <a:spcPts val="0"/>
              </a:spcBef>
              <a:spcAft>
                <a:spcPts val="0"/>
              </a:spcAft>
              <a:buClr>
                <a:srgbClr val="E8913D"/>
              </a:buClr>
              <a:buSzPts val="100"/>
              <a:buNone/>
              <a:defRPr sz="800"/>
            </a:lvl4pPr>
            <a:lvl5pPr lvl="4" algn="l">
              <a:lnSpc>
                <a:spcPct val="80000"/>
              </a:lnSpc>
              <a:spcBef>
                <a:spcPts val="0"/>
              </a:spcBef>
              <a:spcAft>
                <a:spcPts val="0"/>
              </a:spcAft>
              <a:buClr>
                <a:srgbClr val="E8913D"/>
              </a:buClr>
              <a:buSzPts val="100"/>
              <a:buNone/>
              <a:defRPr sz="800"/>
            </a:lvl5pPr>
            <a:lvl6pPr lvl="5" algn="l">
              <a:lnSpc>
                <a:spcPct val="80000"/>
              </a:lnSpc>
              <a:spcBef>
                <a:spcPts val="0"/>
              </a:spcBef>
              <a:spcAft>
                <a:spcPts val="0"/>
              </a:spcAft>
              <a:buClr>
                <a:srgbClr val="E8913D"/>
              </a:buClr>
              <a:buSzPts val="100"/>
              <a:buNone/>
              <a:defRPr sz="800"/>
            </a:lvl6pPr>
            <a:lvl7pPr lvl="6" algn="l">
              <a:lnSpc>
                <a:spcPct val="80000"/>
              </a:lnSpc>
              <a:spcBef>
                <a:spcPts val="0"/>
              </a:spcBef>
              <a:spcAft>
                <a:spcPts val="0"/>
              </a:spcAft>
              <a:buClr>
                <a:srgbClr val="E8913D"/>
              </a:buClr>
              <a:buSzPts val="100"/>
              <a:buNone/>
              <a:defRPr sz="800"/>
            </a:lvl7pPr>
            <a:lvl8pPr lvl="7" algn="l">
              <a:lnSpc>
                <a:spcPct val="80000"/>
              </a:lnSpc>
              <a:spcBef>
                <a:spcPts val="0"/>
              </a:spcBef>
              <a:spcAft>
                <a:spcPts val="0"/>
              </a:spcAft>
              <a:buClr>
                <a:srgbClr val="E8913D"/>
              </a:buClr>
              <a:buSzPts val="100"/>
              <a:buNone/>
              <a:defRPr sz="800"/>
            </a:lvl8pPr>
            <a:lvl9pPr lvl="8" algn="l">
              <a:lnSpc>
                <a:spcPct val="80000"/>
              </a:lnSpc>
              <a:spcBef>
                <a:spcPts val="0"/>
              </a:spcBef>
              <a:spcAft>
                <a:spcPts val="0"/>
              </a:spcAft>
              <a:buClr>
                <a:srgbClr val="E8913D"/>
              </a:buClr>
              <a:buSzPts val="100"/>
              <a:buNone/>
              <a:defRPr sz="800"/>
            </a:lvl9pPr>
          </a:lstStyle>
          <a:p>
            <a:pPr>
              <a:defRPr/>
            </a:pPr>
            <a:endParaRPr/>
          </a:p>
        </p:txBody>
      </p:sp>
      <p:sp>
        <p:nvSpPr>
          <p:cNvPr id="103060004" name="Google Shape;14;p2"/>
          <p:cNvSpPr txBox="1">
            <a:spLocks noGrp="1"/>
          </p:cNvSpPr>
          <p:nvPr>
            <p:ph type="body" idx="1"/>
          </p:nvPr>
        </p:nvSpPr>
        <p:spPr bwMode="auto">
          <a:xfrm>
            <a:off x="448922" y="1840706"/>
            <a:ext cx="7810500" cy="446400"/>
          </a:xfrm>
          <a:prstGeom prst="rect">
            <a:avLst/>
          </a:prstGeom>
          <a:noFill/>
          <a:ln>
            <a:noFill/>
          </a:ln>
        </p:spPr>
        <p:txBody>
          <a:bodyPr spcFirstLastPara="1" wrap="square" lIns="19025" tIns="19025" rIns="19025" bIns="19025" anchor="t" anchorCtr="0">
            <a:noAutofit/>
          </a:bodyPr>
          <a:lstStyle>
            <a:lvl1pPr marL="457200" lvl="0" indent="-228600" algn="l">
              <a:lnSpc>
                <a:spcPct val="100000"/>
              </a:lnSpc>
              <a:spcBef>
                <a:spcPts val="0"/>
              </a:spcBef>
              <a:spcAft>
                <a:spcPts val="0"/>
              </a:spcAft>
              <a:buClr>
                <a:srgbClr val="FFFFFF"/>
              </a:buClr>
              <a:buSzPts val="2700"/>
              <a:buFont typeface="Arial"/>
              <a:buNone/>
              <a:defRPr sz="2700">
                <a:solidFill>
                  <a:srgbClr val="FFFFFF"/>
                </a:solidFill>
              </a:defRPr>
            </a:lvl1pPr>
            <a:lvl2pPr marL="914400" lvl="1" indent="-228600" algn="l">
              <a:lnSpc>
                <a:spcPct val="100000"/>
              </a:lnSpc>
              <a:spcBef>
                <a:spcPts val="0"/>
              </a:spcBef>
              <a:spcAft>
                <a:spcPts val="0"/>
              </a:spcAft>
              <a:buClr>
                <a:srgbClr val="FFFFFF"/>
              </a:buClr>
              <a:buSzPts val="2700"/>
              <a:buFont typeface="Arial"/>
              <a:buNone/>
              <a:defRPr sz="2700">
                <a:solidFill>
                  <a:srgbClr val="FFFFFF"/>
                </a:solidFill>
              </a:defRPr>
            </a:lvl2pPr>
            <a:lvl3pPr marL="1371600" lvl="2" indent="-228600" algn="l">
              <a:lnSpc>
                <a:spcPct val="100000"/>
              </a:lnSpc>
              <a:spcBef>
                <a:spcPts val="0"/>
              </a:spcBef>
              <a:spcAft>
                <a:spcPts val="0"/>
              </a:spcAft>
              <a:buClr>
                <a:srgbClr val="FFFFFF"/>
              </a:buClr>
              <a:buSzPts val="2700"/>
              <a:buFont typeface="Arial"/>
              <a:buNone/>
              <a:defRPr sz="2700">
                <a:solidFill>
                  <a:srgbClr val="FFFFFF"/>
                </a:solidFill>
              </a:defRPr>
            </a:lvl3pPr>
            <a:lvl4pPr marL="1828800" lvl="3" indent="-228600" algn="l">
              <a:lnSpc>
                <a:spcPct val="100000"/>
              </a:lnSpc>
              <a:spcBef>
                <a:spcPts val="0"/>
              </a:spcBef>
              <a:spcAft>
                <a:spcPts val="0"/>
              </a:spcAft>
              <a:buClr>
                <a:srgbClr val="FFFFFF"/>
              </a:buClr>
              <a:buSzPts val="2700"/>
              <a:buFont typeface="Arial"/>
              <a:buNone/>
              <a:defRPr sz="2700">
                <a:solidFill>
                  <a:srgbClr val="FFFFFF"/>
                </a:solidFill>
              </a:defRPr>
            </a:lvl4pPr>
            <a:lvl5pPr marL="2286000" lvl="4" indent="-228600" algn="l">
              <a:lnSpc>
                <a:spcPct val="100000"/>
              </a:lnSpc>
              <a:spcBef>
                <a:spcPts val="0"/>
              </a:spcBef>
              <a:spcAft>
                <a:spcPts val="0"/>
              </a:spcAft>
              <a:buClr>
                <a:srgbClr val="FFFFFF"/>
              </a:buClr>
              <a:buSzPts val="2700"/>
              <a:buFont typeface="Arial"/>
              <a:buNone/>
              <a:defRPr sz="2700">
                <a:solidFill>
                  <a:srgbClr val="FFFFFF"/>
                </a:solidFill>
              </a:defRPr>
            </a:lvl5pPr>
            <a:lvl6pPr marL="2743200" lvl="5" indent="-228600" algn="l">
              <a:lnSpc>
                <a:spcPct val="100000"/>
              </a:lnSpc>
              <a:spcBef>
                <a:spcPts val="1400"/>
              </a:spcBef>
              <a:spcAft>
                <a:spcPts val="0"/>
              </a:spcAft>
              <a:buClr>
                <a:srgbClr val="4D4E4F"/>
              </a:buClr>
              <a:buSzPts val="1300"/>
              <a:buNone/>
              <a:defRPr/>
            </a:lvl6pPr>
            <a:lvl7pPr marL="3200400" lvl="6" indent="-228600" algn="l">
              <a:lnSpc>
                <a:spcPct val="100000"/>
              </a:lnSpc>
              <a:spcBef>
                <a:spcPts val="1400"/>
              </a:spcBef>
              <a:spcAft>
                <a:spcPts val="0"/>
              </a:spcAft>
              <a:buClr>
                <a:srgbClr val="4D4E4F"/>
              </a:buClr>
              <a:buSzPts val="1300"/>
              <a:buNone/>
              <a:defRPr/>
            </a:lvl7pPr>
            <a:lvl8pPr marL="3657600" lvl="7" indent="-228600" algn="l">
              <a:lnSpc>
                <a:spcPct val="100000"/>
              </a:lnSpc>
              <a:spcBef>
                <a:spcPts val="1400"/>
              </a:spcBef>
              <a:spcAft>
                <a:spcPts val="0"/>
              </a:spcAft>
              <a:buClr>
                <a:srgbClr val="4D4E4F"/>
              </a:buClr>
              <a:buSzPts val="1300"/>
              <a:buNone/>
              <a:defRPr/>
            </a:lvl8pPr>
            <a:lvl9pPr marL="4114800" lvl="8" indent="-228600" algn="l">
              <a:lnSpc>
                <a:spcPct val="100000"/>
              </a:lnSpc>
              <a:spcBef>
                <a:spcPts val="1400"/>
              </a:spcBef>
              <a:spcAft>
                <a:spcPts val="0"/>
              </a:spcAft>
              <a:buClr>
                <a:srgbClr val="4D4E4F"/>
              </a:buClr>
              <a:buSzPts val="1300"/>
              <a:buNone/>
              <a:defRPr/>
            </a:lvl9pPr>
          </a:lstStyle>
          <a:p>
            <a:pPr>
              <a:defRPr/>
            </a:pPr>
            <a:endParaRPr/>
          </a:p>
        </p:txBody>
      </p:sp>
      <p:pic>
        <p:nvPicPr>
          <p:cNvPr id="2065354363" name="Google Shape;15;p2" descr="Image"/>
          <p:cNvPicPr/>
          <p:nvPr/>
        </p:nvPicPr>
        <p:blipFill rotWithShape="1">
          <a:blip r:embed="rId3"/>
          <a:stretch/>
        </p:blipFill>
        <p:spPr bwMode="auto">
          <a:xfrm>
            <a:off x="7072071" y="359811"/>
            <a:ext cx="1637378" cy="421928"/>
          </a:xfrm>
          <a:prstGeom prst="rect">
            <a:avLst/>
          </a:prstGeom>
          <a:noFill/>
          <a:ln>
            <a:noFill/>
          </a:ln>
        </p:spPr>
      </p:pic>
      <p:sp>
        <p:nvSpPr>
          <p:cNvPr id="562182978" name="Google Shape;16;p2"/>
          <p:cNvSpPr txBox="1">
            <a:spLocks noGrp="1"/>
          </p:cNvSpPr>
          <p:nvPr>
            <p:ph type="sldNum" idx="12"/>
          </p:nvPr>
        </p:nvSpPr>
        <p:spPr bwMode="auto">
          <a:xfrm>
            <a:off x="8709450" y="4822031"/>
            <a:ext cx="206100" cy="145500"/>
          </a:xfrm>
          <a:prstGeom prst="rect">
            <a:avLst/>
          </a:prstGeom>
          <a:noFill/>
          <a:ln>
            <a:noFill/>
          </a:ln>
        </p:spPr>
        <p:txBody>
          <a:bodyPr spcFirstLastPara="1" wrap="square" lIns="19025" tIns="19025" rIns="19025" bIns="19025" anchor="t" anchorCtr="0">
            <a:noAutofit/>
          </a:bodyPr>
          <a:lstStyle>
            <a:lvl1pPr marL="0" lvl="0" indent="0" algn="r">
              <a:lnSpc>
                <a:spcPct val="100000"/>
              </a:lnSpc>
              <a:spcBef>
                <a:spcPts val="0"/>
              </a:spcBef>
              <a:spcAft>
                <a:spcPts val="0"/>
              </a:spcAft>
              <a:buClr>
                <a:srgbClr val="4D4E4F"/>
              </a:buClr>
              <a:buSzPts val="1100"/>
              <a:buFont typeface="Arial"/>
              <a:buNone/>
              <a:defRPr sz="1100" b="0">
                <a:solidFill>
                  <a:srgbClr val="4D4E4F"/>
                </a:solidFill>
              </a:defRPr>
            </a:lvl1pPr>
            <a:lvl2pPr marL="0" lvl="1" indent="0" algn="r">
              <a:lnSpc>
                <a:spcPct val="100000"/>
              </a:lnSpc>
              <a:spcBef>
                <a:spcPts val="0"/>
              </a:spcBef>
              <a:spcAft>
                <a:spcPts val="0"/>
              </a:spcAft>
              <a:buClr>
                <a:srgbClr val="4D4E4F"/>
              </a:buClr>
              <a:buSzPts val="1100"/>
              <a:buFont typeface="Arial"/>
              <a:buNone/>
              <a:defRPr sz="1100" b="0">
                <a:solidFill>
                  <a:srgbClr val="4D4E4F"/>
                </a:solidFill>
              </a:defRPr>
            </a:lvl2pPr>
            <a:lvl3pPr marL="0" lvl="2" indent="0" algn="r">
              <a:lnSpc>
                <a:spcPct val="100000"/>
              </a:lnSpc>
              <a:spcBef>
                <a:spcPts val="0"/>
              </a:spcBef>
              <a:spcAft>
                <a:spcPts val="0"/>
              </a:spcAft>
              <a:buClr>
                <a:srgbClr val="4D4E4F"/>
              </a:buClr>
              <a:buSzPts val="1100"/>
              <a:buFont typeface="Arial"/>
              <a:buNone/>
              <a:defRPr sz="1100" b="0">
                <a:solidFill>
                  <a:srgbClr val="4D4E4F"/>
                </a:solidFill>
              </a:defRPr>
            </a:lvl3pPr>
            <a:lvl4pPr marL="0" lvl="3" indent="0" algn="r">
              <a:lnSpc>
                <a:spcPct val="100000"/>
              </a:lnSpc>
              <a:spcBef>
                <a:spcPts val="0"/>
              </a:spcBef>
              <a:spcAft>
                <a:spcPts val="0"/>
              </a:spcAft>
              <a:buClr>
                <a:srgbClr val="4D4E4F"/>
              </a:buClr>
              <a:buSzPts val="1100"/>
              <a:buFont typeface="Arial"/>
              <a:buNone/>
              <a:defRPr sz="1100" b="0">
                <a:solidFill>
                  <a:srgbClr val="4D4E4F"/>
                </a:solidFill>
              </a:defRPr>
            </a:lvl4pPr>
            <a:lvl5pPr marL="0" lvl="4" indent="0" algn="r">
              <a:lnSpc>
                <a:spcPct val="100000"/>
              </a:lnSpc>
              <a:spcBef>
                <a:spcPts val="0"/>
              </a:spcBef>
              <a:spcAft>
                <a:spcPts val="0"/>
              </a:spcAft>
              <a:buClr>
                <a:srgbClr val="4D4E4F"/>
              </a:buClr>
              <a:buSzPts val="1100"/>
              <a:buFont typeface="Arial"/>
              <a:buNone/>
              <a:defRPr sz="1100" b="0">
                <a:solidFill>
                  <a:srgbClr val="4D4E4F"/>
                </a:solidFill>
              </a:defRPr>
            </a:lvl5pPr>
            <a:lvl6pPr marL="0" lvl="5" indent="0" algn="r">
              <a:lnSpc>
                <a:spcPct val="100000"/>
              </a:lnSpc>
              <a:spcBef>
                <a:spcPts val="0"/>
              </a:spcBef>
              <a:spcAft>
                <a:spcPts val="0"/>
              </a:spcAft>
              <a:buClr>
                <a:srgbClr val="4D4E4F"/>
              </a:buClr>
              <a:buSzPts val="1100"/>
              <a:buFont typeface="Arial"/>
              <a:buNone/>
              <a:defRPr sz="1100" b="0">
                <a:solidFill>
                  <a:srgbClr val="4D4E4F"/>
                </a:solidFill>
              </a:defRPr>
            </a:lvl6pPr>
            <a:lvl7pPr marL="0" lvl="6" indent="0" algn="r">
              <a:lnSpc>
                <a:spcPct val="100000"/>
              </a:lnSpc>
              <a:spcBef>
                <a:spcPts val="0"/>
              </a:spcBef>
              <a:spcAft>
                <a:spcPts val="0"/>
              </a:spcAft>
              <a:buClr>
                <a:srgbClr val="4D4E4F"/>
              </a:buClr>
              <a:buSzPts val="1100"/>
              <a:buFont typeface="Arial"/>
              <a:buNone/>
              <a:defRPr sz="1100" b="0">
                <a:solidFill>
                  <a:srgbClr val="4D4E4F"/>
                </a:solidFill>
              </a:defRPr>
            </a:lvl7pPr>
            <a:lvl8pPr marL="0" lvl="7" indent="0" algn="r">
              <a:lnSpc>
                <a:spcPct val="100000"/>
              </a:lnSpc>
              <a:spcBef>
                <a:spcPts val="0"/>
              </a:spcBef>
              <a:spcAft>
                <a:spcPts val="0"/>
              </a:spcAft>
              <a:buClr>
                <a:srgbClr val="4D4E4F"/>
              </a:buClr>
              <a:buSzPts val="1100"/>
              <a:buFont typeface="Arial"/>
              <a:buNone/>
              <a:defRPr sz="1100" b="0">
                <a:solidFill>
                  <a:srgbClr val="4D4E4F"/>
                </a:solidFill>
              </a:defRPr>
            </a:lvl8pPr>
            <a:lvl9pPr marL="0" lvl="8" indent="0" algn="r">
              <a:lnSpc>
                <a:spcPct val="100000"/>
              </a:lnSpc>
              <a:spcBef>
                <a:spcPts val="0"/>
              </a:spcBef>
              <a:spcAft>
                <a:spcPts val="0"/>
              </a:spcAft>
              <a:buClr>
                <a:srgbClr val="4D4E4F"/>
              </a:buClr>
              <a:buSzPts val="1100"/>
              <a:buFont typeface="Arial"/>
              <a:buNone/>
              <a:defRPr sz="1100" b="0">
                <a:solidFill>
                  <a:srgbClr val="4D4E4F"/>
                </a:solidFill>
              </a:defRPr>
            </a:lvl9pPr>
          </a:lstStyle>
          <a:p>
            <a:pPr marL="0" lvl="0" indent="0" algn="r" rtl="0">
              <a:spcBef>
                <a:spcPts val="0"/>
              </a:spcBef>
              <a:spcAft>
                <a:spcPts val="0"/>
              </a:spcAft>
              <a:buNone/>
              <a:defRPr/>
            </a:pPr>
            <a:fld id="{00000000-1234-1234-1234-123412341234}" type="slidenum">
              <a:rPr lang="en-US"/>
              <a:t>‹#›</a:t>
            </a:fld>
            <a:endParaRPr sz="140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t" preserve="0" showMasterPhAnim="0" showMasterSp="1" userDrawn="1">
  <p:cSld name="Content">
    <p:spTree>
      <p:nvGrpSpPr>
        <p:cNvPr id="1" name=""/>
        <p:cNvGrpSpPr/>
        <p:nvPr/>
      </p:nvGrpSpPr>
      <p:grpSpPr bwMode="auto">
        <a:xfrm>
          <a:off x="0" y="0"/>
          <a:ext cx="0" cy="0"/>
          <a:chOff x="0" y="0"/>
          <a:chExt cx="0" cy="0"/>
        </a:xfrm>
      </p:grpSpPr>
      <p:sp>
        <p:nvSpPr>
          <p:cNvPr id="1786396616" name="Google Shape;18;p3"/>
          <p:cNvSpPr txBox="1">
            <a:spLocks noGrp="1"/>
          </p:cNvSpPr>
          <p:nvPr>
            <p:ph type="title"/>
          </p:nvPr>
        </p:nvSpPr>
        <p:spPr bwMode="auto">
          <a:xfrm>
            <a:off x="442927" y="337700"/>
            <a:ext cx="6256200" cy="440700"/>
          </a:xfrm>
          <a:prstGeom prst="rect">
            <a:avLst/>
          </a:prstGeom>
          <a:noFill/>
          <a:ln>
            <a:noFill/>
          </a:ln>
        </p:spPr>
        <p:txBody>
          <a:bodyPr spcFirstLastPara="1" wrap="square" lIns="19025" tIns="19025" rIns="19025" bIns="19025" anchor="t" anchorCtr="0">
            <a:noAutofit/>
          </a:bodyPr>
          <a:lstStyle>
            <a:lvl1pPr lvl="0">
              <a:spcBef>
                <a:spcPts val="0"/>
              </a:spcBef>
              <a:spcAft>
                <a:spcPts val="0"/>
              </a:spcAft>
              <a:buClr>
                <a:srgbClr val="FF9400"/>
              </a:buClr>
              <a:buSzPts val="1300"/>
              <a:buNone/>
              <a:defRPr sz="2400">
                <a:solidFill>
                  <a:srgbClr val="FF9400"/>
                </a:solidFill>
              </a:defRPr>
            </a:lvl1pPr>
            <a:lvl2pPr lvl="1" algn="l">
              <a:lnSpc>
                <a:spcPct val="80000"/>
              </a:lnSpc>
              <a:spcBef>
                <a:spcPts val="0"/>
              </a:spcBef>
              <a:spcAft>
                <a:spcPts val="0"/>
              </a:spcAft>
              <a:buClr>
                <a:srgbClr val="E8913D"/>
              </a:buClr>
              <a:buSzPts val="1300"/>
              <a:buNone/>
              <a:defRPr/>
            </a:lvl2pPr>
            <a:lvl3pPr lvl="2" algn="l">
              <a:lnSpc>
                <a:spcPct val="80000"/>
              </a:lnSpc>
              <a:spcBef>
                <a:spcPts val="0"/>
              </a:spcBef>
              <a:spcAft>
                <a:spcPts val="0"/>
              </a:spcAft>
              <a:buClr>
                <a:srgbClr val="E8913D"/>
              </a:buClr>
              <a:buSzPts val="1300"/>
              <a:buNone/>
              <a:defRPr/>
            </a:lvl3pPr>
            <a:lvl4pPr lvl="3" algn="l">
              <a:lnSpc>
                <a:spcPct val="80000"/>
              </a:lnSpc>
              <a:spcBef>
                <a:spcPts val="0"/>
              </a:spcBef>
              <a:spcAft>
                <a:spcPts val="0"/>
              </a:spcAft>
              <a:buClr>
                <a:srgbClr val="E8913D"/>
              </a:buClr>
              <a:buSzPts val="1300"/>
              <a:buNone/>
              <a:defRPr/>
            </a:lvl4pPr>
            <a:lvl5pPr lvl="4" algn="l">
              <a:lnSpc>
                <a:spcPct val="80000"/>
              </a:lnSpc>
              <a:spcBef>
                <a:spcPts val="0"/>
              </a:spcBef>
              <a:spcAft>
                <a:spcPts val="0"/>
              </a:spcAft>
              <a:buClr>
                <a:srgbClr val="E8913D"/>
              </a:buClr>
              <a:buSzPts val="1300"/>
              <a:buNone/>
              <a:defRPr/>
            </a:lvl5pPr>
            <a:lvl6pPr lvl="5" algn="l">
              <a:lnSpc>
                <a:spcPct val="80000"/>
              </a:lnSpc>
              <a:spcBef>
                <a:spcPts val="0"/>
              </a:spcBef>
              <a:spcAft>
                <a:spcPts val="0"/>
              </a:spcAft>
              <a:buClr>
                <a:srgbClr val="E8913D"/>
              </a:buClr>
              <a:buSzPts val="1300"/>
              <a:buNone/>
              <a:defRPr/>
            </a:lvl6pPr>
            <a:lvl7pPr lvl="6" algn="l">
              <a:lnSpc>
                <a:spcPct val="80000"/>
              </a:lnSpc>
              <a:spcBef>
                <a:spcPts val="0"/>
              </a:spcBef>
              <a:spcAft>
                <a:spcPts val="0"/>
              </a:spcAft>
              <a:buClr>
                <a:srgbClr val="E8913D"/>
              </a:buClr>
              <a:buSzPts val="1300"/>
              <a:buNone/>
              <a:defRPr/>
            </a:lvl7pPr>
            <a:lvl8pPr lvl="7" algn="l">
              <a:lnSpc>
                <a:spcPct val="80000"/>
              </a:lnSpc>
              <a:spcBef>
                <a:spcPts val="0"/>
              </a:spcBef>
              <a:spcAft>
                <a:spcPts val="0"/>
              </a:spcAft>
              <a:buClr>
                <a:srgbClr val="E8913D"/>
              </a:buClr>
              <a:buSzPts val="1300"/>
              <a:buNone/>
              <a:defRPr/>
            </a:lvl8pPr>
            <a:lvl9pPr lvl="8" algn="l">
              <a:lnSpc>
                <a:spcPct val="80000"/>
              </a:lnSpc>
              <a:spcBef>
                <a:spcPts val="0"/>
              </a:spcBef>
              <a:spcAft>
                <a:spcPts val="0"/>
              </a:spcAft>
              <a:buClr>
                <a:srgbClr val="E8913D"/>
              </a:buClr>
              <a:buSzPts val="1300"/>
              <a:buNone/>
              <a:defRPr/>
            </a:lvl9pPr>
          </a:lstStyle>
          <a:p>
            <a:pPr>
              <a:defRPr/>
            </a:pPr>
            <a:endParaRPr/>
          </a:p>
        </p:txBody>
      </p:sp>
      <p:sp>
        <p:nvSpPr>
          <p:cNvPr id="1275283331" name="Google Shape;19;p3"/>
          <p:cNvSpPr txBox="1">
            <a:spLocks noGrp="1"/>
          </p:cNvSpPr>
          <p:nvPr>
            <p:ph type="sldNum" idx="12"/>
          </p:nvPr>
        </p:nvSpPr>
        <p:spPr bwMode="auto">
          <a:xfrm>
            <a:off x="8704250" y="4816581"/>
            <a:ext cx="206100" cy="145500"/>
          </a:xfrm>
          <a:prstGeom prst="rect">
            <a:avLst/>
          </a:prstGeom>
          <a:noFill/>
          <a:ln>
            <a:noFill/>
          </a:ln>
        </p:spPr>
        <p:txBody>
          <a:bodyPr spcFirstLastPara="1" wrap="square" lIns="19025" tIns="19025" rIns="19025" bIns="19025" anchor="t" anchorCtr="0">
            <a:noAutofit/>
          </a:bodyPr>
          <a:lstStyle>
            <a:lvl1pPr marL="0" lvl="0" indent="0" algn="r">
              <a:lnSpc>
                <a:spcPct val="100000"/>
              </a:lnSpc>
              <a:spcBef>
                <a:spcPts val="0"/>
              </a:spcBef>
              <a:spcAft>
                <a:spcPts val="0"/>
              </a:spcAft>
              <a:buClr>
                <a:srgbClr val="4D4E4F"/>
              </a:buClr>
              <a:buSzPts val="1100"/>
              <a:buFont typeface="Arial"/>
              <a:buNone/>
              <a:defRPr sz="1100" b="0">
                <a:solidFill>
                  <a:srgbClr val="4D4E4F"/>
                </a:solidFill>
              </a:defRPr>
            </a:lvl1pPr>
            <a:lvl2pPr marL="0" lvl="1" indent="0" algn="r">
              <a:lnSpc>
                <a:spcPct val="100000"/>
              </a:lnSpc>
              <a:spcBef>
                <a:spcPts val="0"/>
              </a:spcBef>
              <a:spcAft>
                <a:spcPts val="0"/>
              </a:spcAft>
              <a:buClr>
                <a:srgbClr val="4D4E4F"/>
              </a:buClr>
              <a:buSzPts val="1100"/>
              <a:buFont typeface="Arial"/>
              <a:buNone/>
              <a:defRPr sz="1100" b="0">
                <a:solidFill>
                  <a:srgbClr val="4D4E4F"/>
                </a:solidFill>
              </a:defRPr>
            </a:lvl2pPr>
            <a:lvl3pPr marL="0" lvl="2" indent="0" algn="r">
              <a:lnSpc>
                <a:spcPct val="100000"/>
              </a:lnSpc>
              <a:spcBef>
                <a:spcPts val="0"/>
              </a:spcBef>
              <a:spcAft>
                <a:spcPts val="0"/>
              </a:spcAft>
              <a:buClr>
                <a:srgbClr val="4D4E4F"/>
              </a:buClr>
              <a:buSzPts val="1100"/>
              <a:buFont typeface="Arial"/>
              <a:buNone/>
              <a:defRPr sz="1100" b="0">
                <a:solidFill>
                  <a:srgbClr val="4D4E4F"/>
                </a:solidFill>
              </a:defRPr>
            </a:lvl3pPr>
            <a:lvl4pPr marL="0" lvl="3" indent="0" algn="r">
              <a:lnSpc>
                <a:spcPct val="100000"/>
              </a:lnSpc>
              <a:spcBef>
                <a:spcPts val="0"/>
              </a:spcBef>
              <a:spcAft>
                <a:spcPts val="0"/>
              </a:spcAft>
              <a:buClr>
                <a:srgbClr val="4D4E4F"/>
              </a:buClr>
              <a:buSzPts val="1100"/>
              <a:buFont typeface="Arial"/>
              <a:buNone/>
              <a:defRPr sz="1100" b="0">
                <a:solidFill>
                  <a:srgbClr val="4D4E4F"/>
                </a:solidFill>
              </a:defRPr>
            </a:lvl4pPr>
            <a:lvl5pPr marL="0" lvl="4" indent="0" algn="r">
              <a:lnSpc>
                <a:spcPct val="100000"/>
              </a:lnSpc>
              <a:spcBef>
                <a:spcPts val="0"/>
              </a:spcBef>
              <a:spcAft>
                <a:spcPts val="0"/>
              </a:spcAft>
              <a:buClr>
                <a:srgbClr val="4D4E4F"/>
              </a:buClr>
              <a:buSzPts val="1100"/>
              <a:buFont typeface="Arial"/>
              <a:buNone/>
              <a:defRPr sz="1100" b="0">
                <a:solidFill>
                  <a:srgbClr val="4D4E4F"/>
                </a:solidFill>
              </a:defRPr>
            </a:lvl5pPr>
            <a:lvl6pPr marL="0" lvl="5" indent="0" algn="r">
              <a:lnSpc>
                <a:spcPct val="100000"/>
              </a:lnSpc>
              <a:spcBef>
                <a:spcPts val="0"/>
              </a:spcBef>
              <a:spcAft>
                <a:spcPts val="0"/>
              </a:spcAft>
              <a:buClr>
                <a:srgbClr val="4D4E4F"/>
              </a:buClr>
              <a:buSzPts val="1100"/>
              <a:buFont typeface="Arial"/>
              <a:buNone/>
              <a:defRPr sz="1100" b="0">
                <a:solidFill>
                  <a:srgbClr val="4D4E4F"/>
                </a:solidFill>
              </a:defRPr>
            </a:lvl6pPr>
            <a:lvl7pPr marL="0" lvl="6" indent="0" algn="r">
              <a:lnSpc>
                <a:spcPct val="100000"/>
              </a:lnSpc>
              <a:spcBef>
                <a:spcPts val="0"/>
              </a:spcBef>
              <a:spcAft>
                <a:spcPts val="0"/>
              </a:spcAft>
              <a:buClr>
                <a:srgbClr val="4D4E4F"/>
              </a:buClr>
              <a:buSzPts val="1100"/>
              <a:buFont typeface="Arial"/>
              <a:buNone/>
              <a:defRPr sz="1100" b="0">
                <a:solidFill>
                  <a:srgbClr val="4D4E4F"/>
                </a:solidFill>
              </a:defRPr>
            </a:lvl7pPr>
            <a:lvl8pPr marL="0" lvl="7" indent="0" algn="r">
              <a:lnSpc>
                <a:spcPct val="100000"/>
              </a:lnSpc>
              <a:spcBef>
                <a:spcPts val="0"/>
              </a:spcBef>
              <a:spcAft>
                <a:spcPts val="0"/>
              </a:spcAft>
              <a:buClr>
                <a:srgbClr val="4D4E4F"/>
              </a:buClr>
              <a:buSzPts val="1100"/>
              <a:buFont typeface="Arial"/>
              <a:buNone/>
              <a:defRPr sz="1100" b="0">
                <a:solidFill>
                  <a:srgbClr val="4D4E4F"/>
                </a:solidFill>
              </a:defRPr>
            </a:lvl8pPr>
            <a:lvl9pPr marL="0" lvl="8" indent="0" algn="r">
              <a:lnSpc>
                <a:spcPct val="100000"/>
              </a:lnSpc>
              <a:spcBef>
                <a:spcPts val="0"/>
              </a:spcBef>
              <a:spcAft>
                <a:spcPts val="0"/>
              </a:spcAft>
              <a:buClr>
                <a:srgbClr val="4D4E4F"/>
              </a:buClr>
              <a:buSzPts val="1100"/>
              <a:buFont typeface="Arial"/>
              <a:buNone/>
              <a:defRPr sz="1100" b="0">
                <a:solidFill>
                  <a:srgbClr val="4D4E4F"/>
                </a:solidFill>
              </a:defRPr>
            </a:lvl9pPr>
          </a:lstStyle>
          <a:p>
            <a:pPr marL="0" lvl="0" indent="0" algn="r" rtl="0">
              <a:spcBef>
                <a:spcPts val="0"/>
              </a:spcBef>
              <a:spcAft>
                <a:spcPts val="0"/>
              </a:spcAft>
              <a:buNone/>
              <a:defRPr/>
            </a:pPr>
            <a:fld id="{00000000-1234-1234-1234-123412341234}" type="slidenum">
              <a:rPr lang="en-US"/>
              <a:t>‹#›</a:t>
            </a:fld>
            <a:endParaRPr sz="1400">
              <a:solidFill>
                <a:srgbClr val="000000"/>
              </a:solidFill>
            </a:endParaRPr>
          </a:p>
        </p:txBody>
      </p:sp>
      <p:sp>
        <p:nvSpPr>
          <p:cNvPr id="551022326" name="Google Shape;20;p3"/>
          <p:cNvSpPr txBox="1">
            <a:spLocks noGrp="1"/>
          </p:cNvSpPr>
          <p:nvPr>
            <p:ph type="body" idx="1"/>
          </p:nvPr>
        </p:nvSpPr>
        <p:spPr bwMode="auto">
          <a:xfrm>
            <a:off x="439845" y="1066280"/>
            <a:ext cx="8264400" cy="3750300"/>
          </a:xfrm>
          <a:prstGeom prst="rect">
            <a:avLst/>
          </a:prstGeom>
          <a:noFill/>
          <a:ln>
            <a:noFill/>
          </a:ln>
        </p:spPr>
        <p:txBody>
          <a:bodyPr spcFirstLastPara="1" wrap="square" lIns="19025" tIns="19025" rIns="19025" bIns="19025" anchor="t" anchorCtr="0">
            <a:noAutofit/>
          </a:bodyPr>
          <a:lstStyle>
            <a:lvl1pPr marL="457200" lvl="0" indent="-311150" algn="l">
              <a:lnSpc>
                <a:spcPct val="150000"/>
              </a:lnSpc>
              <a:spcBef>
                <a:spcPts val="1400"/>
              </a:spcBef>
              <a:spcAft>
                <a:spcPts val="0"/>
              </a:spcAft>
              <a:buClr>
                <a:srgbClr val="4D4E4F"/>
              </a:buClr>
              <a:buSzPts val="1300"/>
              <a:buChar char="●"/>
              <a:defRPr/>
            </a:lvl1pPr>
            <a:lvl2pPr marL="914400" lvl="1" indent="-311150" algn="l">
              <a:lnSpc>
                <a:spcPct val="150000"/>
              </a:lnSpc>
              <a:spcBef>
                <a:spcPts val="1400"/>
              </a:spcBef>
              <a:spcAft>
                <a:spcPts val="0"/>
              </a:spcAft>
              <a:buClr>
                <a:srgbClr val="4D4E4F"/>
              </a:buClr>
              <a:buSzPts val="1300"/>
              <a:buChar char="○"/>
              <a:defRPr/>
            </a:lvl2pPr>
            <a:lvl3pPr marL="1371600" lvl="2" indent="-311150" algn="l">
              <a:lnSpc>
                <a:spcPct val="150000"/>
              </a:lnSpc>
              <a:spcBef>
                <a:spcPts val="1400"/>
              </a:spcBef>
              <a:spcAft>
                <a:spcPts val="0"/>
              </a:spcAft>
              <a:buClr>
                <a:srgbClr val="4D4E4F"/>
              </a:buClr>
              <a:buSzPts val="1300"/>
              <a:buChar char="■"/>
              <a:defRPr/>
            </a:lvl3pPr>
            <a:lvl4pPr marL="1828800" lvl="3" indent="-311150" algn="l">
              <a:lnSpc>
                <a:spcPct val="150000"/>
              </a:lnSpc>
              <a:spcBef>
                <a:spcPts val="1400"/>
              </a:spcBef>
              <a:spcAft>
                <a:spcPts val="0"/>
              </a:spcAft>
              <a:buClr>
                <a:srgbClr val="4D4E4F"/>
              </a:buClr>
              <a:buSzPts val="1300"/>
              <a:buChar char="●"/>
              <a:defRPr/>
            </a:lvl4pPr>
            <a:lvl5pPr marL="2286000" lvl="4" indent="-311150" algn="l">
              <a:lnSpc>
                <a:spcPct val="150000"/>
              </a:lnSpc>
              <a:spcBef>
                <a:spcPts val="1400"/>
              </a:spcBef>
              <a:spcAft>
                <a:spcPts val="0"/>
              </a:spcAft>
              <a:buClr>
                <a:srgbClr val="4D4E4F"/>
              </a:buClr>
              <a:buSzPts val="1300"/>
              <a:buChar char="○"/>
              <a:defRPr/>
            </a:lvl5pPr>
            <a:lvl6pPr marL="2743200" lvl="5" indent="-311150" algn="l">
              <a:lnSpc>
                <a:spcPct val="150000"/>
              </a:lnSpc>
              <a:spcBef>
                <a:spcPts val="1400"/>
              </a:spcBef>
              <a:spcAft>
                <a:spcPts val="0"/>
              </a:spcAft>
              <a:buClr>
                <a:srgbClr val="4D4E4F"/>
              </a:buClr>
              <a:buSzPts val="1300"/>
              <a:buChar char="■"/>
              <a:defRPr/>
            </a:lvl6pPr>
            <a:lvl7pPr marL="3200400" lvl="6" indent="-311150" algn="l">
              <a:lnSpc>
                <a:spcPct val="150000"/>
              </a:lnSpc>
              <a:spcBef>
                <a:spcPts val="1400"/>
              </a:spcBef>
              <a:spcAft>
                <a:spcPts val="0"/>
              </a:spcAft>
              <a:buClr>
                <a:srgbClr val="4D4E4F"/>
              </a:buClr>
              <a:buSzPts val="1300"/>
              <a:buChar char="●"/>
              <a:defRPr/>
            </a:lvl7pPr>
            <a:lvl8pPr marL="3657600" lvl="7" indent="-311150" algn="l">
              <a:lnSpc>
                <a:spcPct val="150000"/>
              </a:lnSpc>
              <a:spcBef>
                <a:spcPts val="1400"/>
              </a:spcBef>
              <a:spcAft>
                <a:spcPts val="0"/>
              </a:spcAft>
              <a:buClr>
                <a:srgbClr val="4D4E4F"/>
              </a:buClr>
              <a:buSzPts val="1300"/>
              <a:buChar char="○"/>
              <a:defRPr/>
            </a:lvl8pPr>
            <a:lvl9pPr marL="4114800" lvl="8" indent="-311150" algn="l">
              <a:lnSpc>
                <a:spcPct val="150000"/>
              </a:lnSpc>
              <a:spcBef>
                <a:spcPts val="1400"/>
              </a:spcBef>
              <a:spcAft>
                <a:spcPts val="0"/>
              </a:spcAft>
              <a:buClr>
                <a:srgbClr val="4D4E4F"/>
              </a:buClr>
              <a:buSzPts val="1300"/>
              <a:buChar char="■"/>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0" userDrawn="1">
  <p:cSld name="Blank">
    <p:spTree>
      <p:nvGrpSpPr>
        <p:cNvPr id="1" name=""/>
        <p:cNvGrpSpPr/>
        <p:nvPr/>
      </p:nvGrpSpPr>
      <p:grpSpPr bwMode="auto">
        <a:xfrm>
          <a:off x="0" y="0"/>
          <a:ext cx="0" cy="0"/>
          <a:chOff x="0" y="0"/>
          <a:chExt cx="0" cy="0"/>
        </a:xfrm>
      </p:grpSpPr>
      <p:sp>
        <p:nvSpPr>
          <p:cNvPr id="1639635654" name="Google Shape;22;p4"/>
          <p:cNvSpPr txBox="1">
            <a:spLocks noGrp="1"/>
          </p:cNvSpPr>
          <p:nvPr>
            <p:ph type="sldNum" idx="12"/>
          </p:nvPr>
        </p:nvSpPr>
        <p:spPr bwMode="auto">
          <a:xfrm>
            <a:off x="4363668" y="4321968"/>
            <a:ext cx="206100" cy="145500"/>
          </a:xfrm>
          <a:prstGeom prst="rect">
            <a:avLst/>
          </a:prstGeom>
          <a:noFill/>
          <a:ln>
            <a:noFill/>
          </a:ln>
        </p:spPr>
        <p:txBody>
          <a:bodyPr spcFirstLastPara="1" wrap="square" lIns="19025" tIns="19025" rIns="19025" bIns="19025" anchor="t" anchorCtr="0">
            <a:noAutofit/>
          </a:bodyPr>
          <a:lstStyle>
            <a:lvl1pPr marL="0" lvl="0" indent="0" algn="r">
              <a:lnSpc>
                <a:spcPct val="100000"/>
              </a:lnSpc>
              <a:spcBef>
                <a:spcPts val="0"/>
              </a:spcBef>
              <a:spcAft>
                <a:spcPts val="0"/>
              </a:spcAft>
              <a:buClr>
                <a:srgbClr val="4D4E4F"/>
              </a:buClr>
              <a:buSzPts val="1100"/>
              <a:buFont typeface="Arial"/>
              <a:buNone/>
              <a:defRPr sz="1100" b="0">
                <a:solidFill>
                  <a:srgbClr val="4D4E4F"/>
                </a:solidFill>
              </a:defRPr>
            </a:lvl1pPr>
            <a:lvl2pPr marL="0" lvl="1" indent="0" algn="r">
              <a:lnSpc>
                <a:spcPct val="100000"/>
              </a:lnSpc>
              <a:spcBef>
                <a:spcPts val="0"/>
              </a:spcBef>
              <a:spcAft>
                <a:spcPts val="0"/>
              </a:spcAft>
              <a:buClr>
                <a:srgbClr val="4D4E4F"/>
              </a:buClr>
              <a:buSzPts val="1100"/>
              <a:buFont typeface="Arial"/>
              <a:buNone/>
              <a:defRPr sz="1100" b="0">
                <a:solidFill>
                  <a:srgbClr val="4D4E4F"/>
                </a:solidFill>
              </a:defRPr>
            </a:lvl2pPr>
            <a:lvl3pPr marL="0" lvl="2" indent="0" algn="r">
              <a:lnSpc>
                <a:spcPct val="100000"/>
              </a:lnSpc>
              <a:spcBef>
                <a:spcPts val="0"/>
              </a:spcBef>
              <a:spcAft>
                <a:spcPts val="0"/>
              </a:spcAft>
              <a:buClr>
                <a:srgbClr val="4D4E4F"/>
              </a:buClr>
              <a:buSzPts val="1100"/>
              <a:buFont typeface="Arial"/>
              <a:buNone/>
              <a:defRPr sz="1100" b="0">
                <a:solidFill>
                  <a:srgbClr val="4D4E4F"/>
                </a:solidFill>
              </a:defRPr>
            </a:lvl3pPr>
            <a:lvl4pPr marL="0" lvl="3" indent="0" algn="r">
              <a:lnSpc>
                <a:spcPct val="100000"/>
              </a:lnSpc>
              <a:spcBef>
                <a:spcPts val="0"/>
              </a:spcBef>
              <a:spcAft>
                <a:spcPts val="0"/>
              </a:spcAft>
              <a:buClr>
                <a:srgbClr val="4D4E4F"/>
              </a:buClr>
              <a:buSzPts val="1100"/>
              <a:buFont typeface="Arial"/>
              <a:buNone/>
              <a:defRPr sz="1100" b="0">
                <a:solidFill>
                  <a:srgbClr val="4D4E4F"/>
                </a:solidFill>
              </a:defRPr>
            </a:lvl4pPr>
            <a:lvl5pPr marL="0" lvl="4" indent="0" algn="r">
              <a:lnSpc>
                <a:spcPct val="100000"/>
              </a:lnSpc>
              <a:spcBef>
                <a:spcPts val="0"/>
              </a:spcBef>
              <a:spcAft>
                <a:spcPts val="0"/>
              </a:spcAft>
              <a:buClr>
                <a:srgbClr val="4D4E4F"/>
              </a:buClr>
              <a:buSzPts val="1100"/>
              <a:buFont typeface="Arial"/>
              <a:buNone/>
              <a:defRPr sz="1100" b="0">
                <a:solidFill>
                  <a:srgbClr val="4D4E4F"/>
                </a:solidFill>
              </a:defRPr>
            </a:lvl5pPr>
            <a:lvl6pPr marL="0" lvl="5" indent="0" algn="r">
              <a:lnSpc>
                <a:spcPct val="100000"/>
              </a:lnSpc>
              <a:spcBef>
                <a:spcPts val="0"/>
              </a:spcBef>
              <a:spcAft>
                <a:spcPts val="0"/>
              </a:spcAft>
              <a:buClr>
                <a:srgbClr val="4D4E4F"/>
              </a:buClr>
              <a:buSzPts val="1100"/>
              <a:buFont typeface="Arial"/>
              <a:buNone/>
              <a:defRPr sz="1100" b="0">
                <a:solidFill>
                  <a:srgbClr val="4D4E4F"/>
                </a:solidFill>
              </a:defRPr>
            </a:lvl6pPr>
            <a:lvl7pPr marL="0" lvl="6" indent="0" algn="r">
              <a:lnSpc>
                <a:spcPct val="100000"/>
              </a:lnSpc>
              <a:spcBef>
                <a:spcPts val="0"/>
              </a:spcBef>
              <a:spcAft>
                <a:spcPts val="0"/>
              </a:spcAft>
              <a:buClr>
                <a:srgbClr val="4D4E4F"/>
              </a:buClr>
              <a:buSzPts val="1100"/>
              <a:buFont typeface="Arial"/>
              <a:buNone/>
              <a:defRPr sz="1100" b="0">
                <a:solidFill>
                  <a:srgbClr val="4D4E4F"/>
                </a:solidFill>
              </a:defRPr>
            </a:lvl7pPr>
            <a:lvl8pPr marL="0" lvl="7" indent="0" algn="r">
              <a:lnSpc>
                <a:spcPct val="100000"/>
              </a:lnSpc>
              <a:spcBef>
                <a:spcPts val="0"/>
              </a:spcBef>
              <a:spcAft>
                <a:spcPts val="0"/>
              </a:spcAft>
              <a:buClr>
                <a:srgbClr val="4D4E4F"/>
              </a:buClr>
              <a:buSzPts val="1100"/>
              <a:buFont typeface="Arial"/>
              <a:buNone/>
              <a:defRPr sz="1100" b="0">
                <a:solidFill>
                  <a:srgbClr val="4D4E4F"/>
                </a:solidFill>
              </a:defRPr>
            </a:lvl8pPr>
            <a:lvl9pPr marL="0" lvl="8" indent="0" algn="r">
              <a:lnSpc>
                <a:spcPct val="100000"/>
              </a:lnSpc>
              <a:spcBef>
                <a:spcPts val="0"/>
              </a:spcBef>
              <a:spcAft>
                <a:spcPts val="0"/>
              </a:spcAft>
              <a:buClr>
                <a:srgbClr val="4D4E4F"/>
              </a:buClr>
              <a:buSzPts val="1100"/>
              <a:buFont typeface="Arial"/>
              <a:buNone/>
              <a:defRPr sz="1100" b="0">
                <a:solidFill>
                  <a:srgbClr val="4D4E4F"/>
                </a:solidFill>
              </a:defRPr>
            </a:lvl9pPr>
          </a:lstStyle>
          <a:p>
            <a:pPr marL="0" lvl="0" indent="0" algn="r" rtl="0">
              <a:spcBef>
                <a:spcPts val="0"/>
              </a:spcBef>
              <a:spcAft>
                <a:spcPts val="0"/>
              </a:spcAft>
              <a:buNone/>
              <a:defRPr/>
            </a:pPr>
            <a:fld id="{00000000-1234-1234-1234-123412341234}" type="slidenum">
              <a:rPr lang="en-US"/>
              <a:t>‹#›</a:t>
            </a:fld>
            <a:endParaRPr sz="140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Пустой слайд">
    <p:spTree>
      <p:nvGrpSpPr>
        <p:cNvPr id="1" name=""/>
        <p:cNvGrpSpPr/>
        <p:nvPr/>
      </p:nvGrpSpPr>
      <p:grpSpPr bwMode="auto">
        <a:xfrm>
          <a:off x="0" y="0"/>
          <a:ext cx="0" cy="0"/>
          <a:chOff x="0" y="0"/>
          <a:chExt cx="0" cy="0"/>
        </a:xfrm>
      </p:grpSpPr>
      <p:sp>
        <p:nvSpPr>
          <p:cNvPr id="2086994752" name="Rectangle 5"/>
          <p:cNvSpPr>
            <a:spLocks noChangeArrowheads="1" noGrp="1"/>
          </p:cNvSpPr>
          <p:nvPr>
            <p:ph type="sldNum" idx="10"/>
          </p:nvPr>
        </p:nvSpPr>
        <p:spPr bwMode="auto"/>
        <p:txBody>
          <a:bodyPr/>
          <a:lstStyle>
            <a:lvl1pPr>
              <a:defRPr/>
            </a:lvl1pPr>
          </a:lstStyle>
          <a:p>
            <a:pPr>
              <a:defRPr/>
            </a:pPr>
            <a:fld id="{89498F59-BA0C-47CB-9C3C-0E673DEB4FDE}" type="slidenum">
              <a:rPr lang="ru-RU"/>
              <a:t>‹#›</a:t>
            </a:fld>
            <a:endParaRPr lang="ru-RU"/>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 Id="rId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pic>
        <p:nvPicPr>
          <p:cNvPr id="1037187052" name="Google Shape;6;p1"/>
          <p:cNvPicPr/>
          <p:nvPr/>
        </p:nvPicPr>
        <p:blipFill rotWithShape="1">
          <a:blip r:embed="rId6"/>
          <a:srcRect l="0" t="59" r="0" b="58"/>
          <a:stretch/>
        </p:blipFill>
        <p:spPr bwMode="auto">
          <a:xfrm>
            <a:off x="333137" y="1118462"/>
            <a:ext cx="11934523" cy="4445077"/>
          </a:xfrm>
          <a:prstGeom prst="rect">
            <a:avLst/>
          </a:prstGeom>
          <a:noFill/>
          <a:ln>
            <a:noFill/>
          </a:ln>
        </p:spPr>
      </p:pic>
      <p:sp>
        <p:nvSpPr>
          <p:cNvPr id="1173332969" name="Google Shape;7;p1"/>
          <p:cNvSpPr txBox="1">
            <a:spLocks noGrp="1"/>
          </p:cNvSpPr>
          <p:nvPr>
            <p:ph type="title"/>
          </p:nvPr>
        </p:nvSpPr>
        <p:spPr bwMode="auto">
          <a:xfrm>
            <a:off x="442927" y="337700"/>
            <a:ext cx="6256200" cy="440700"/>
          </a:xfrm>
          <a:prstGeom prst="rect">
            <a:avLst/>
          </a:prstGeom>
          <a:noFill/>
          <a:ln>
            <a:noFill/>
          </a:ln>
        </p:spPr>
        <p:txBody>
          <a:bodyPr spcFirstLastPara="1" wrap="square" lIns="19025" tIns="19025" rIns="19025" bIns="19025" anchor="t" anchorCtr="0">
            <a:noAutofit/>
          </a:bodyPr>
          <a:lstStyle>
            <a:lvl1pPr marR="0" lvl="0" algn="l" rtl="0">
              <a:lnSpc>
                <a:spcPct val="80000"/>
              </a:lnSpc>
              <a:spcBef>
                <a:spcPts val="0"/>
              </a:spcBef>
              <a:spcAft>
                <a:spcPts val="0"/>
              </a:spcAft>
              <a:buClr>
                <a:srgbClr val="FF9400"/>
              </a:buClr>
              <a:buSzPts val="2400"/>
              <a:buFont typeface="Arial"/>
              <a:buNone/>
              <a:defRPr sz="2400" b="1" i="0" u="none" strike="noStrike" cap="none">
                <a:solidFill>
                  <a:srgbClr val="FF9400"/>
                </a:solidFill>
                <a:latin typeface="Arial"/>
                <a:ea typeface="Arial"/>
                <a:cs typeface="Arial"/>
              </a:defRPr>
            </a:lvl1pPr>
            <a:lvl2pPr marR="0" lvl="1"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2pPr>
            <a:lvl3pPr marR="0" lvl="2"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3pPr>
            <a:lvl4pPr marR="0" lvl="3"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4pPr>
            <a:lvl5pPr marR="0" lvl="4"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5pPr>
            <a:lvl6pPr marR="0" lvl="5"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6pPr>
            <a:lvl7pPr marR="0" lvl="6"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7pPr>
            <a:lvl8pPr marR="0" lvl="7"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8pPr>
            <a:lvl9pPr marR="0" lvl="8" algn="l" rtl="0">
              <a:lnSpc>
                <a:spcPct val="80000"/>
              </a:lnSpc>
              <a:spcBef>
                <a:spcPts val="0"/>
              </a:spcBef>
              <a:spcAft>
                <a:spcPts val="0"/>
              </a:spcAft>
              <a:buClr>
                <a:srgbClr val="FF9400"/>
              </a:buClr>
              <a:buSzPts val="2100"/>
              <a:buFont typeface="Arial"/>
              <a:buNone/>
              <a:defRPr sz="2100" b="1" i="0" u="none" strike="noStrike" cap="none">
                <a:solidFill>
                  <a:srgbClr val="FF9400"/>
                </a:solidFill>
                <a:latin typeface="Arial"/>
                <a:ea typeface="Arial"/>
                <a:cs typeface="Arial"/>
              </a:defRPr>
            </a:lvl9pPr>
          </a:lstStyle>
          <a:p>
            <a:pPr>
              <a:defRPr/>
            </a:pPr>
            <a:endParaRPr/>
          </a:p>
        </p:txBody>
      </p:sp>
      <p:pic>
        <p:nvPicPr>
          <p:cNvPr id="945139398" name="Google Shape;8;p1" descr="Image"/>
          <p:cNvPicPr/>
          <p:nvPr/>
        </p:nvPicPr>
        <p:blipFill rotWithShape="1">
          <a:blip r:embed="rId7"/>
          <a:stretch/>
        </p:blipFill>
        <p:spPr bwMode="auto">
          <a:xfrm>
            <a:off x="7068462" y="359810"/>
            <a:ext cx="1635792" cy="421522"/>
          </a:xfrm>
          <a:prstGeom prst="rect">
            <a:avLst/>
          </a:prstGeom>
          <a:noFill/>
          <a:ln>
            <a:noFill/>
          </a:ln>
        </p:spPr>
      </p:pic>
      <p:sp>
        <p:nvSpPr>
          <p:cNvPr id="722802227" name="Google Shape;9;p1"/>
          <p:cNvSpPr txBox="1">
            <a:spLocks noGrp="1"/>
          </p:cNvSpPr>
          <p:nvPr>
            <p:ph type="body" idx="1"/>
          </p:nvPr>
        </p:nvSpPr>
        <p:spPr bwMode="auto">
          <a:xfrm>
            <a:off x="439845" y="1066280"/>
            <a:ext cx="8264400" cy="3750300"/>
          </a:xfrm>
          <a:prstGeom prst="rect">
            <a:avLst/>
          </a:prstGeom>
          <a:noFill/>
          <a:ln>
            <a:noFill/>
          </a:ln>
        </p:spPr>
        <p:txBody>
          <a:bodyPr spcFirstLastPara="1" wrap="square" lIns="19025" tIns="19025" rIns="19025" bIns="19025" anchor="t" anchorCtr="0">
            <a:noAutofit/>
          </a:bodyPr>
          <a:lstStyle>
            <a:lvl1pPr marL="457200" marR="0" lvl="0"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1pPr>
            <a:lvl2pPr marL="914400" marR="0" lvl="1"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2pPr>
            <a:lvl3pPr marL="1371600" marR="0" lvl="2"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3pPr>
            <a:lvl4pPr marL="1828800" marR="0" lvl="3"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4pPr>
            <a:lvl5pPr marL="2286000" marR="0" lvl="4"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5pPr>
            <a:lvl6pPr marL="2743200" marR="0" lvl="5"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6pPr>
            <a:lvl7pPr marL="3200400" marR="0" lvl="6"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7pPr>
            <a:lvl8pPr marL="3657600" marR="0" lvl="7"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8pPr>
            <a:lvl9pPr marL="4114800" marR="0" lvl="8" indent="-228600" algn="l" rtl="0">
              <a:lnSpc>
                <a:spcPct val="150000"/>
              </a:lnSpc>
              <a:spcBef>
                <a:spcPts val="1400"/>
              </a:spcBef>
              <a:spcAft>
                <a:spcPts val="0"/>
              </a:spcAft>
              <a:buClr>
                <a:srgbClr val="4D4E4F"/>
              </a:buClr>
              <a:buSzPts val="1800"/>
              <a:buFont typeface="Arial"/>
              <a:buNone/>
              <a:defRPr sz="1800" b="0" i="0" u="none" strike="noStrike" cap="none">
                <a:solidFill>
                  <a:srgbClr val="4D4E4F"/>
                </a:solidFill>
                <a:latin typeface="Arial"/>
                <a:ea typeface="Arial"/>
                <a:cs typeface="Arial"/>
              </a:defRPr>
            </a:lvl9pPr>
          </a:lstStyle>
          <a:p>
            <a:pPr>
              <a:defRPr/>
            </a:pPr>
            <a:endParaRPr/>
          </a:p>
        </p:txBody>
      </p:sp>
      <p:sp>
        <p:nvSpPr>
          <p:cNvPr id="1500534405" name="Google Shape;10;p1"/>
          <p:cNvSpPr txBox="1">
            <a:spLocks noGrp="1"/>
          </p:cNvSpPr>
          <p:nvPr>
            <p:ph type="sldNum" idx="12"/>
          </p:nvPr>
        </p:nvSpPr>
        <p:spPr bwMode="auto">
          <a:xfrm>
            <a:off x="174900" y="4822031"/>
            <a:ext cx="206100" cy="145500"/>
          </a:xfrm>
          <a:prstGeom prst="rect">
            <a:avLst/>
          </a:prstGeom>
          <a:noFill/>
          <a:ln>
            <a:noFill/>
          </a:ln>
        </p:spPr>
        <p:txBody>
          <a:bodyPr spcFirstLastPara="1" wrap="square" lIns="19025" tIns="19025" rIns="19025" bIns="19025" anchor="t" anchorCtr="0">
            <a:noAutofit/>
          </a:bodyPr>
          <a:lstStyle>
            <a:lvl1pPr marL="0" lvl="0" indent="0" algn="l" rtl="0">
              <a:lnSpc>
                <a:spcPct val="100000"/>
              </a:lnSpc>
              <a:spcBef>
                <a:spcPts val="0"/>
              </a:spcBef>
              <a:spcAft>
                <a:spcPts val="0"/>
              </a:spcAft>
              <a:buClr>
                <a:srgbClr val="4D4E4F"/>
              </a:buClr>
              <a:buSzPts val="1100"/>
              <a:buFont typeface="Arial"/>
              <a:buNone/>
              <a:defRPr sz="1100" b="0">
                <a:solidFill>
                  <a:srgbClr val="4D4E4F"/>
                </a:solidFill>
              </a:defRPr>
            </a:lvl1pPr>
            <a:lvl2pPr marL="0" lvl="1" indent="0" algn="l" rtl="0">
              <a:lnSpc>
                <a:spcPct val="100000"/>
              </a:lnSpc>
              <a:spcBef>
                <a:spcPts val="0"/>
              </a:spcBef>
              <a:spcAft>
                <a:spcPts val="0"/>
              </a:spcAft>
              <a:buClr>
                <a:srgbClr val="4D4E4F"/>
              </a:buClr>
              <a:buSzPts val="1100"/>
              <a:buFont typeface="Arial"/>
              <a:buNone/>
              <a:defRPr sz="1100" b="0">
                <a:solidFill>
                  <a:srgbClr val="4D4E4F"/>
                </a:solidFill>
              </a:defRPr>
            </a:lvl2pPr>
            <a:lvl3pPr marL="0" lvl="2" indent="0" algn="l" rtl="0">
              <a:lnSpc>
                <a:spcPct val="100000"/>
              </a:lnSpc>
              <a:spcBef>
                <a:spcPts val="0"/>
              </a:spcBef>
              <a:spcAft>
                <a:spcPts val="0"/>
              </a:spcAft>
              <a:buClr>
                <a:srgbClr val="4D4E4F"/>
              </a:buClr>
              <a:buSzPts val="1100"/>
              <a:buFont typeface="Arial"/>
              <a:buNone/>
              <a:defRPr sz="1100" b="0">
                <a:solidFill>
                  <a:srgbClr val="4D4E4F"/>
                </a:solidFill>
              </a:defRPr>
            </a:lvl3pPr>
            <a:lvl4pPr marL="0" lvl="3" indent="0" algn="l" rtl="0">
              <a:lnSpc>
                <a:spcPct val="100000"/>
              </a:lnSpc>
              <a:spcBef>
                <a:spcPts val="0"/>
              </a:spcBef>
              <a:spcAft>
                <a:spcPts val="0"/>
              </a:spcAft>
              <a:buClr>
                <a:srgbClr val="4D4E4F"/>
              </a:buClr>
              <a:buSzPts val="1100"/>
              <a:buFont typeface="Arial"/>
              <a:buNone/>
              <a:defRPr sz="1100" b="0">
                <a:solidFill>
                  <a:srgbClr val="4D4E4F"/>
                </a:solidFill>
              </a:defRPr>
            </a:lvl4pPr>
            <a:lvl5pPr marL="0" lvl="4" indent="0" algn="l" rtl="0">
              <a:lnSpc>
                <a:spcPct val="100000"/>
              </a:lnSpc>
              <a:spcBef>
                <a:spcPts val="0"/>
              </a:spcBef>
              <a:spcAft>
                <a:spcPts val="0"/>
              </a:spcAft>
              <a:buClr>
                <a:srgbClr val="4D4E4F"/>
              </a:buClr>
              <a:buSzPts val="1100"/>
              <a:buFont typeface="Arial"/>
              <a:buNone/>
              <a:defRPr sz="1100" b="0">
                <a:solidFill>
                  <a:srgbClr val="4D4E4F"/>
                </a:solidFill>
              </a:defRPr>
            </a:lvl5pPr>
            <a:lvl6pPr marL="0" lvl="5" indent="0" algn="l" rtl="0">
              <a:lnSpc>
                <a:spcPct val="100000"/>
              </a:lnSpc>
              <a:spcBef>
                <a:spcPts val="0"/>
              </a:spcBef>
              <a:spcAft>
                <a:spcPts val="0"/>
              </a:spcAft>
              <a:buClr>
                <a:srgbClr val="4D4E4F"/>
              </a:buClr>
              <a:buSzPts val="1100"/>
              <a:buFont typeface="Arial"/>
              <a:buNone/>
              <a:defRPr sz="1100" b="0">
                <a:solidFill>
                  <a:srgbClr val="4D4E4F"/>
                </a:solidFill>
              </a:defRPr>
            </a:lvl6pPr>
            <a:lvl7pPr marL="0" lvl="6" indent="0" algn="l" rtl="0">
              <a:lnSpc>
                <a:spcPct val="100000"/>
              </a:lnSpc>
              <a:spcBef>
                <a:spcPts val="0"/>
              </a:spcBef>
              <a:spcAft>
                <a:spcPts val="0"/>
              </a:spcAft>
              <a:buClr>
                <a:srgbClr val="4D4E4F"/>
              </a:buClr>
              <a:buSzPts val="1100"/>
              <a:buFont typeface="Arial"/>
              <a:buNone/>
              <a:defRPr sz="1100" b="0">
                <a:solidFill>
                  <a:srgbClr val="4D4E4F"/>
                </a:solidFill>
              </a:defRPr>
            </a:lvl7pPr>
            <a:lvl8pPr marL="0" lvl="7" indent="0" algn="l" rtl="0">
              <a:lnSpc>
                <a:spcPct val="100000"/>
              </a:lnSpc>
              <a:spcBef>
                <a:spcPts val="0"/>
              </a:spcBef>
              <a:spcAft>
                <a:spcPts val="0"/>
              </a:spcAft>
              <a:buClr>
                <a:srgbClr val="4D4E4F"/>
              </a:buClr>
              <a:buSzPts val="1100"/>
              <a:buFont typeface="Arial"/>
              <a:buNone/>
              <a:defRPr sz="1100" b="0">
                <a:solidFill>
                  <a:srgbClr val="4D4E4F"/>
                </a:solidFill>
              </a:defRPr>
            </a:lvl8pPr>
            <a:lvl9pPr marL="0" lvl="8" indent="0" algn="l" rtl="0">
              <a:lnSpc>
                <a:spcPct val="100000"/>
              </a:lnSpc>
              <a:spcBef>
                <a:spcPts val="0"/>
              </a:spcBef>
              <a:spcAft>
                <a:spcPts val="0"/>
              </a:spcAft>
              <a:buClr>
                <a:srgbClr val="4D4E4F"/>
              </a:buClr>
              <a:buSzPts val="1100"/>
              <a:buFont typeface="Arial"/>
              <a:buNone/>
              <a:defRPr sz="1100" b="0">
                <a:solidFill>
                  <a:srgbClr val="4D4E4F"/>
                </a:solidFill>
              </a:defRPr>
            </a:lvl9pPr>
          </a:lstStyle>
          <a:p>
            <a:pPr marL="0" lvl="0" indent="0" algn="l" rtl="0">
              <a:spcBef>
                <a:spcPts val="0"/>
              </a:spcBef>
              <a:spcAft>
                <a:spcPts val="0"/>
              </a:spcAft>
              <a:buNone/>
              <a:defRPr/>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2581378" name="Google Shape;29;p5"/>
          <p:cNvSpPr txBox="1">
            <a:spLocks noGrp="1"/>
          </p:cNvSpPr>
          <p:nvPr>
            <p:ph type="sldNum" idx="12"/>
          </p:nvPr>
        </p:nvSpPr>
        <p:spPr bwMode="auto">
          <a:xfrm>
            <a:off x="8709450" y="482203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a:t>
            </a:fld>
            <a:endParaRPr sz="1400">
              <a:solidFill>
                <a:srgbClr val="000000"/>
              </a:solidFill>
            </a:endParaRPr>
          </a:p>
        </p:txBody>
      </p:sp>
      <p:sp>
        <p:nvSpPr>
          <p:cNvPr id="1733203266" name="Текст 5"/>
          <p:cNvSpPr txBox="1"/>
          <p:nvPr/>
        </p:nvSpPr>
        <p:spPr bwMode="auto">
          <a:xfrm>
            <a:off x="0" y="16990"/>
            <a:ext cx="7144775" cy="454025"/>
          </a:xfrm>
          <a:prstGeom prst="rect">
            <a:avLst/>
          </a:prstGeom>
          <a:noFill/>
          <a:ln>
            <a:noFill/>
          </a:ln>
        </p:spPr>
        <p:txBody>
          <a:bodyPr vert="horz" wrap="square" lIns="91440" tIns="45720" rIns="91440" bIns="45720" numCol="1" rtlCol="0" anchor="ctr" anchorCtr="0" compatLnSpc="1">
            <a:normAutofit/>
          </a:bodyPr>
          <a:lstStyle>
            <a:lvl1pPr marL="0" indent="0" algn="l" rtl="0">
              <a:spcBef>
                <a:spcPts val="0"/>
              </a:spcBef>
              <a:spcAft>
                <a:spcPts val="0"/>
              </a:spcAft>
              <a:buClr>
                <a:srgbClr val="DD7E0E"/>
              </a:buClr>
              <a:buSzPct val="80000"/>
              <a:buFont typeface="Wingdings"/>
              <a:buNone/>
              <a:defRPr sz="2800" b="1">
                <a:solidFill>
                  <a:schemeClr val="accent2">
                    <a:lumMod val="75000"/>
                  </a:schemeClr>
                </a:solidFill>
                <a:latin typeface="Arial"/>
                <a:ea typeface="+mn-ea"/>
                <a:cs typeface="Arial"/>
              </a:defRPr>
            </a:lvl1pPr>
            <a:lvl2pPr marL="538480" indent="-273050" algn="l" rtl="0">
              <a:spcBef>
                <a:spcPts val="0"/>
              </a:spcBef>
              <a:spcAft>
                <a:spcPts val="0"/>
              </a:spcAft>
              <a:buClr>
                <a:srgbClr val="DD7E0E"/>
              </a:buClr>
              <a:buFont typeface="Arial"/>
              <a:buChar char="–"/>
              <a:defRPr sz="2800">
                <a:solidFill>
                  <a:srgbClr val="404040"/>
                </a:solidFill>
                <a:latin typeface="Arial"/>
                <a:ea typeface="+mn-ea"/>
                <a:cs typeface="Arial"/>
              </a:defRPr>
            </a:lvl2pPr>
            <a:lvl3pPr marL="717550" indent="-179705" algn="l" rtl="0">
              <a:spcBef>
                <a:spcPts val="0"/>
              </a:spcBef>
              <a:spcAft>
                <a:spcPts val="0"/>
              </a:spcAft>
              <a:buClr>
                <a:srgbClr val="DD7E0E"/>
              </a:buClr>
              <a:buFont typeface="Arial"/>
              <a:buChar char="•"/>
              <a:defRPr sz="1600">
                <a:solidFill>
                  <a:srgbClr val="595959"/>
                </a:solidFill>
                <a:latin typeface="Arial"/>
                <a:ea typeface="+mn-ea"/>
                <a:cs typeface="Arial"/>
              </a:defRPr>
            </a:lvl3pPr>
            <a:lvl4pPr marL="897254" indent="-179705" algn="l" rtl="0">
              <a:spcBef>
                <a:spcPts val="0"/>
              </a:spcBef>
              <a:spcAft>
                <a:spcPts val="0"/>
              </a:spcAft>
              <a:buFont typeface="Arial"/>
              <a:buChar char="–"/>
              <a:defRPr sz="1400">
                <a:solidFill>
                  <a:srgbClr val="595959"/>
                </a:solidFill>
                <a:latin typeface="Arial"/>
                <a:ea typeface="+mn-ea"/>
                <a:cs typeface="Arial"/>
              </a:defRPr>
            </a:lvl4pPr>
            <a:lvl5pPr marL="1076325" indent="-273050" algn="l" rtl="0">
              <a:spcBef>
                <a:spcPts val="0"/>
              </a:spcBef>
              <a:spcAft>
                <a:spcPts val="0"/>
              </a:spcAft>
              <a:buFont typeface="Arial"/>
              <a:buChar char="»"/>
              <a:defRPr sz="1200">
                <a:solidFill>
                  <a:srgbClr val="595959"/>
                </a:solidFill>
                <a:latin typeface="Arial"/>
                <a:ea typeface="+mn-ea"/>
                <a:cs typeface="Arial"/>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algn="ctr">
              <a:spcAft>
                <a:spcPts val="0"/>
              </a:spcAft>
              <a:buClr>
                <a:schemeClr val="accent2">
                  <a:lumMod val="75000"/>
                </a:schemeClr>
              </a:buClr>
              <a:defRPr/>
            </a:pPr>
            <a:r>
              <a:rPr lang="ru-RU" sz="2000" b="0">
                <a:solidFill>
                  <a:schemeClr val="bg1"/>
                </a:solidFill>
                <a:latin typeface="+mn-lt"/>
              </a:rPr>
              <a:t>Кафедра</a:t>
            </a:r>
            <a:r>
              <a:rPr lang="ru-RU" sz="2000" b="0">
                <a:solidFill>
                  <a:schemeClr val="bg1"/>
                </a:solidFill>
              </a:rPr>
              <a:t> </a:t>
            </a:r>
            <a:r>
              <a:rPr lang="ru-RU" sz="2000" b="0">
                <a:solidFill>
                  <a:schemeClr val="bg1"/>
                </a:solidFill>
                <a:latin typeface="+mn-lt"/>
              </a:rPr>
              <a:t>экологической безопасности телекоммуникаций </a:t>
            </a:r>
            <a:endParaRPr/>
          </a:p>
        </p:txBody>
      </p:sp>
      <p:sp>
        <p:nvSpPr>
          <p:cNvPr id="1098841413" name="Текст 5"/>
          <p:cNvSpPr txBox="1"/>
          <p:nvPr/>
        </p:nvSpPr>
        <p:spPr bwMode="auto">
          <a:xfrm>
            <a:off x="-164823" y="343922"/>
            <a:ext cx="7339013" cy="455613"/>
          </a:xfrm>
          <a:prstGeom prst="rect">
            <a:avLst/>
          </a:prstGeom>
          <a:noFill/>
          <a:ln>
            <a:noFill/>
          </a:ln>
        </p:spPr>
        <p:txBody>
          <a:bodyPr anchor="ctr">
            <a:normAutofit/>
          </a:bodyPr>
          <a:lstStyle>
            <a:lvl1pPr>
              <a:spcBef>
                <a:spcPts val="0"/>
              </a:spcBef>
              <a:buClr>
                <a:srgbClr val="DD7E0E"/>
              </a:buClr>
              <a:buSzPct val="80000"/>
              <a:buFont typeface="Wingdings"/>
              <a:buChar char="§"/>
              <a:tabLst>
                <a:tab pos="179070" algn="l"/>
              </a:tabLst>
              <a:defRPr sz="2200">
                <a:solidFill>
                  <a:schemeClr val="tx1"/>
                </a:solidFill>
                <a:latin typeface="Arial"/>
                <a:cs typeface="Arial"/>
              </a:defRPr>
            </a:lvl1pPr>
            <a:lvl2pPr indent="-273050">
              <a:spcBef>
                <a:spcPts val="0"/>
              </a:spcBef>
              <a:buClr>
                <a:srgbClr val="DD7E0E"/>
              </a:buClr>
              <a:buFont typeface="Arial"/>
              <a:buChar char="–"/>
              <a:defRPr sz="2800">
                <a:solidFill>
                  <a:srgbClr val="404040"/>
                </a:solidFill>
                <a:latin typeface="Arial"/>
                <a:cs typeface="Arial"/>
              </a:defRPr>
            </a:lvl2pPr>
            <a:lvl3pPr indent="-179705">
              <a:spcBef>
                <a:spcPts val="0"/>
              </a:spcBef>
              <a:buClr>
                <a:srgbClr val="DD7E0E"/>
              </a:buClr>
              <a:buFont typeface="Arial"/>
              <a:buChar char="•"/>
              <a:defRPr sz="1600">
                <a:solidFill>
                  <a:srgbClr val="595959"/>
                </a:solidFill>
                <a:latin typeface="Arial"/>
                <a:cs typeface="Arial"/>
              </a:defRPr>
            </a:lvl3pPr>
            <a:lvl4pPr indent="-179705">
              <a:spcBef>
                <a:spcPts val="0"/>
              </a:spcBef>
              <a:buFont typeface="Arial"/>
              <a:buChar char="–"/>
              <a:defRPr sz="1400">
                <a:solidFill>
                  <a:srgbClr val="595959"/>
                </a:solidFill>
                <a:latin typeface="Arial"/>
                <a:cs typeface="Arial"/>
              </a:defRPr>
            </a:lvl4pPr>
            <a:lvl5pPr indent="-273050">
              <a:spcBef>
                <a:spcPts val="0"/>
              </a:spcBef>
              <a:buFont typeface="Arial"/>
              <a:buChar char="»"/>
              <a:defRPr sz="1200">
                <a:solidFill>
                  <a:srgbClr val="595959"/>
                </a:solidFill>
                <a:latin typeface="Arial"/>
                <a:cs typeface="Arial"/>
              </a:defRPr>
            </a:lvl5pPr>
            <a:lvl6pPr indent="-273050">
              <a:spcBef>
                <a:spcPts val="0"/>
              </a:spcBef>
              <a:spcAft>
                <a:spcPts val="0"/>
              </a:spcAft>
              <a:buFont typeface="Arial"/>
              <a:buChar char="»"/>
              <a:defRPr sz="1200">
                <a:solidFill>
                  <a:srgbClr val="595959"/>
                </a:solidFill>
                <a:latin typeface="Arial"/>
                <a:cs typeface="Arial"/>
              </a:defRPr>
            </a:lvl6pPr>
            <a:lvl7pPr indent="-273050">
              <a:spcBef>
                <a:spcPts val="0"/>
              </a:spcBef>
              <a:spcAft>
                <a:spcPts val="0"/>
              </a:spcAft>
              <a:buFont typeface="Arial"/>
              <a:buChar char="»"/>
              <a:defRPr sz="1200">
                <a:solidFill>
                  <a:srgbClr val="595959"/>
                </a:solidFill>
                <a:latin typeface="Arial"/>
                <a:cs typeface="Arial"/>
              </a:defRPr>
            </a:lvl7pPr>
            <a:lvl8pPr indent="-273050">
              <a:spcBef>
                <a:spcPts val="0"/>
              </a:spcBef>
              <a:spcAft>
                <a:spcPts val="0"/>
              </a:spcAft>
              <a:buFont typeface="Arial"/>
              <a:buChar char="»"/>
              <a:defRPr sz="1200">
                <a:solidFill>
                  <a:srgbClr val="595959"/>
                </a:solidFill>
                <a:latin typeface="Arial"/>
                <a:cs typeface="Arial"/>
              </a:defRPr>
            </a:lvl8pPr>
            <a:lvl9pPr indent="-273050">
              <a:spcBef>
                <a:spcPts val="0"/>
              </a:spcBef>
              <a:spcAft>
                <a:spcPts val="0"/>
              </a:spcAft>
              <a:buFont typeface="Arial"/>
              <a:buChar char="»"/>
              <a:defRPr sz="1200">
                <a:solidFill>
                  <a:srgbClr val="595959"/>
                </a:solidFill>
                <a:latin typeface="Arial"/>
                <a:cs typeface="Arial"/>
              </a:defRPr>
            </a:lvl9pPr>
          </a:lstStyle>
          <a:p>
            <a:pPr algn="ctr">
              <a:lnSpc>
                <a:spcPct val="80000"/>
              </a:lnSpc>
              <a:spcBef>
                <a:spcPts val="0"/>
              </a:spcBef>
              <a:buSzTx/>
              <a:buFontTx/>
              <a:buNone/>
              <a:defRPr/>
            </a:pPr>
            <a:r>
              <a:rPr lang="ru-RU" sz="2000">
                <a:solidFill>
                  <a:schemeClr val="bg1"/>
                </a:solidFill>
                <a:latin typeface="+mn-lt"/>
                <a:ea typeface="+mn-ea"/>
              </a:rPr>
              <a:t>Дисциплина «Безопасность жизнедеятельности»</a:t>
            </a:r>
            <a:endParaRPr/>
          </a:p>
        </p:txBody>
      </p:sp>
      <p:sp>
        <p:nvSpPr>
          <p:cNvPr id="1935354113" name="Текст 5"/>
          <p:cNvSpPr txBox="1"/>
          <p:nvPr/>
        </p:nvSpPr>
        <p:spPr bwMode="auto">
          <a:xfrm>
            <a:off x="238551" y="1036739"/>
            <a:ext cx="8799580" cy="1102872"/>
          </a:xfrm>
          <a:prstGeom prst="rect">
            <a:avLst/>
          </a:prstGeom>
          <a:noFill/>
          <a:ln>
            <a:noFill/>
          </a:ln>
        </p:spPr>
        <p:txBody>
          <a:bodyPr anchor="ctr"/>
          <a:lstStyle>
            <a:lvl1pPr marL="0" indent="0" algn="l" rtl="0">
              <a:spcBef>
                <a:spcPts val="0"/>
              </a:spcBef>
              <a:spcAft>
                <a:spcPts val="0"/>
              </a:spcAft>
              <a:buClr>
                <a:srgbClr val="DD7E0E"/>
              </a:buClr>
              <a:buSzPct val="80000"/>
              <a:buFont typeface="Wingdings"/>
              <a:buNone/>
              <a:defRPr sz="2800" b="1">
                <a:solidFill>
                  <a:schemeClr val="accent2">
                    <a:lumMod val="75000"/>
                  </a:schemeClr>
                </a:solidFill>
                <a:latin typeface="Arial"/>
                <a:ea typeface="+mn-ea"/>
                <a:cs typeface="Arial"/>
              </a:defRPr>
            </a:lvl1pPr>
            <a:lvl2pPr marL="538480" indent="-273050" algn="l" rtl="0">
              <a:spcBef>
                <a:spcPts val="0"/>
              </a:spcBef>
              <a:spcAft>
                <a:spcPts val="0"/>
              </a:spcAft>
              <a:buClr>
                <a:srgbClr val="DD7E0E"/>
              </a:buClr>
              <a:buFont typeface="Arial"/>
              <a:buChar char="–"/>
              <a:defRPr sz="2800">
                <a:solidFill>
                  <a:srgbClr val="404040"/>
                </a:solidFill>
                <a:latin typeface="Arial"/>
                <a:ea typeface="+mn-ea"/>
                <a:cs typeface="Arial"/>
              </a:defRPr>
            </a:lvl2pPr>
            <a:lvl3pPr marL="717550" indent="-179705" algn="l" rtl="0">
              <a:spcBef>
                <a:spcPts val="0"/>
              </a:spcBef>
              <a:spcAft>
                <a:spcPts val="0"/>
              </a:spcAft>
              <a:buClr>
                <a:srgbClr val="DD7E0E"/>
              </a:buClr>
              <a:buFont typeface="Arial"/>
              <a:buChar char="•"/>
              <a:defRPr sz="1600">
                <a:solidFill>
                  <a:srgbClr val="595959"/>
                </a:solidFill>
                <a:latin typeface="Arial"/>
                <a:ea typeface="+mn-ea"/>
                <a:cs typeface="Arial"/>
              </a:defRPr>
            </a:lvl3pPr>
            <a:lvl4pPr marL="897254" indent="-179705" algn="l" rtl="0">
              <a:spcBef>
                <a:spcPts val="0"/>
              </a:spcBef>
              <a:spcAft>
                <a:spcPts val="0"/>
              </a:spcAft>
              <a:buFont typeface="Arial"/>
              <a:buChar char="–"/>
              <a:defRPr sz="1400">
                <a:solidFill>
                  <a:srgbClr val="595959"/>
                </a:solidFill>
                <a:latin typeface="Arial"/>
                <a:ea typeface="+mn-ea"/>
                <a:cs typeface="Arial"/>
              </a:defRPr>
            </a:lvl4pPr>
            <a:lvl5pPr marL="1076325" indent="-273050" algn="l" rtl="0">
              <a:spcBef>
                <a:spcPts val="0"/>
              </a:spcBef>
              <a:spcAft>
                <a:spcPts val="0"/>
              </a:spcAft>
              <a:buFont typeface="Arial"/>
              <a:buChar char="»"/>
              <a:defRPr sz="1200">
                <a:solidFill>
                  <a:srgbClr val="595959"/>
                </a:solidFill>
                <a:latin typeface="Arial"/>
                <a:ea typeface="+mn-ea"/>
                <a:cs typeface="Arial"/>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algn="ctr">
              <a:spcAft>
                <a:spcPts val="0"/>
              </a:spcAft>
              <a:buClr>
                <a:schemeClr val="accent2">
                  <a:lumMod val="75000"/>
                </a:schemeClr>
              </a:buClr>
              <a:defRPr/>
            </a:pPr>
            <a:r>
              <a:rPr lang="ru-RU" sz="1800" b="0">
                <a:solidFill>
                  <a:schemeClr val="bg1"/>
                </a:solidFill>
              </a:rPr>
              <a:t>Тема : </a:t>
            </a:r>
            <a:r>
              <a:rPr lang="en-US" sz="1800" b="0">
                <a:solidFill>
                  <a:schemeClr val="bg1"/>
                </a:solidFill>
              </a:rPr>
              <a:t>Оценка</a:t>
            </a:r>
            <a:r>
              <a:rPr lang="en-US" sz="1800" b="0">
                <a:solidFill>
                  <a:schemeClr val="bg1"/>
                </a:solidFill>
              </a:rPr>
              <a:t> </a:t>
            </a:r>
            <a:r>
              <a:rPr lang="en-US" sz="1800" b="0">
                <a:solidFill>
                  <a:schemeClr val="bg1"/>
                </a:solidFill>
              </a:rPr>
              <a:t>устойчивости</a:t>
            </a:r>
            <a:r>
              <a:rPr lang="en-US" sz="1800" b="0">
                <a:solidFill>
                  <a:schemeClr val="bg1"/>
                </a:solidFill>
              </a:rPr>
              <a:t> </a:t>
            </a:r>
            <a:r>
              <a:rPr lang="en-US" sz="1800" b="0">
                <a:solidFill>
                  <a:schemeClr val="bg1"/>
                </a:solidFill>
              </a:rPr>
              <a:t>функционирования</a:t>
            </a:r>
            <a:r>
              <a:rPr lang="en-US" sz="1800" b="0">
                <a:solidFill>
                  <a:schemeClr val="bg1"/>
                </a:solidFill>
              </a:rPr>
              <a:t> </a:t>
            </a:r>
            <a:r>
              <a:rPr lang="en-US" sz="1800" b="0">
                <a:solidFill>
                  <a:schemeClr val="bg1"/>
                </a:solidFill>
              </a:rPr>
              <a:t>объектов</a:t>
            </a:r>
            <a:r>
              <a:rPr lang="en-US" sz="1800" b="0">
                <a:solidFill>
                  <a:schemeClr val="bg1"/>
                </a:solidFill>
              </a:rPr>
              <a:t> </a:t>
            </a:r>
            <a:r>
              <a:rPr lang="en-US" sz="1800" b="0">
                <a:solidFill>
                  <a:schemeClr val="bg1"/>
                </a:solidFill>
              </a:rPr>
              <a:t>экономики</a:t>
            </a:r>
            <a:r>
              <a:rPr lang="en-US" sz="1800" b="0">
                <a:solidFill>
                  <a:schemeClr val="bg1"/>
                </a:solidFill>
              </a:rPr>
              <a:t> </a:t>
            </a:r>
            <a:r>
              <a:rPr lang="en-US" sz="1800" b="0">
                <a:solidFill>
                  <a:schemeClr val="bg1"/>
                </a:solidFill>
              </a:rPr>
              <a:t>и</a:t>
            </a:r>
            <a:r>
              <a:rPr lang="en-US" sz="1800" b="0">
                <a:solidFill>
                  <a:schemeClr val="bg1"/>
                </a:solidFill>
              </a:rPr>
              <a:t> </a:t>
            </a:r>
            <a:endParaRPr/>
          </a:p>
          <a:p>
            <a:pPr algn="ctr">
              <a:spcAft>
                <a:spcPts val="0"/>
              </a:spcAft>
              <a:buClr>
                <a:schemeClr val="accent2">
                  <a:lumMod val="75000"/>
                </a:schemeClr>
              </a:buClr>
              <a:defRPr/>
            </a:pPr>
            <a:r>
              <a:rPr lang="en-US" sz="1800" b="0">
                <a:solidFill>
                  <a:schemeClr val="bg1"/>
                </a:solidFill>
              </a:rPr>
              <a:t>безопасности</a:t>
            </a:r>
            <a:r>
              <a:rPr lang="en-US" sz="1800" b="0">
                <a:solidFill>
                  <a:schemeClr val="bg1"/>
                </a:solidFill>
              </a:rPr>
              <a:t> </a:t>
            </a:r>
            <a:r>
              <a:rPr lang="en-US" sz="1800" b="0">
                <a:solidFill>
                  <a:schemeClr val="bg1"/>
                </a:solidFill>
              </a:rPr>
              <a:t>жизнедеятельности</a:t>
            </a:r>
            <a:r>
              <a:rPr lang="en-US" sz="1800" b="0">
                <a:solidFill>
                  <a:schemeClr val="bg1"/>
                </a:solidFill>
              </a:rPr>
              <a:t> </a:t>
            </a:r>
            <a:r>
              <a:rPr lang="en-US" sz="1800" b="0">
                <a:solidFill>
                  <a:schemeClr val="bg1"/>
                </a:solidFill>
              </a:rPr>
              <a:t>населения</a:t>
            </a:r>
            <a:r>
              <a:rPr lang="en-US" sz="1800" b="0">
                <a:solidFill>
                  <a:schemeClr val="bg1"/>
                </a:solidFill>
              </a:rPr>
              <a:t> </a:t>
            </a:r>
            <a:r>
              <a:rPr lang="en-US" sz="1800" b="0">
                <a:solidFill>
                  <a:schemeClr val="bg1"/>
                </a:solidFill>
              </a:rPr>
              <a:t>и</a:t>
            </a:r>
            <a:r>
              <a:rPr lang="en-US" sz="1800" b="0">
                <a:solidFill>
                  <a:schemeClr val="bg1"/>
                </a:solidFill>
              </a:rPr>
              <a:t> </a:t>
            </a:r>
            <a:r>
              <a:rPr lang="en-US" sz="1800" b="0">
                <a:solidFill>
                  <a:schemeClr val="bg1"/>
                </a:solidFill>
              </a:rPr>
              <a:t>персонала</a:t>
            </a:r>
            <a:r>
              <a:rPr lang="en-US" sz="1800" b="0">
                <a:solidFill>
                  <a:schemeClr val="bg1"/>
                </a:solidFill>
              </a:rPr>
              <a:t> </a:t>
            </a:r>
            <a:r>
              <a:rPr lang="en-US" sz="1800" b="0">
                <a:solidFill>
                  <a:schemeClr val="bg1"/>
                </a:solidFill>
              </a:rPr>
              <a:t>в</a:t>
            </a:r>
            <a:r>
              <a:rPr lang="en-US" sz="1800" b="0">
                <a:solidFill>
                  <a:schemeClr val="bg1"/>
                </a:solidFill>
              </a:rPr>
              <a:t> </a:t>
            </a:r>
            <a:r>
              <a:rPr lang="en-US" sz="1800" b="0">
                <a:solidFill>
                  <a:schemeClr val="bg1"/>
                </a:solidFill>
              </a:rPr>
              <a:t>прогнозируемых</a:t>
            </a:r>
            <a:r>
              <a:rPr lang="en-US" sz="1800" b="0">
                <a:solidFill>
                  <a:schemeClr val="bg1"/>
                </a:solidFill>
              </a:rPr>
              <a:t> </a:t>
            </a:r>
            <a:endParaRPr/>
          </a:p>
          <a:p>
            <a:pPr algn="ctr">
              <a:spcAft>
                <a:spcPts val="0"/>
              </a:spcAft>
              <a:buClr>
                <a:schemeClr val="accent2">
                  <a:lumMod val="75000"/>
                </a:schemeClr>
              </a:buClr>
              <a:defRPr/>
            </a:pPr>
            <a:r>
              <a:rPr lang="en-US" sz="1800" b="0">
                <a:solidFill>
                  <a:schemeClr val="bg1"/>
                </a:solidFill>
              </a:rPr>
              <a:t>условиях</a:t>
            </a:r>
            <a:r>
              <a:rPr lang="en-US" sz="1800" b="0">
                <a:solidFill>
                  <a:schemeClr val="bg1"/>
                </a:solidFill>
              </a:rPr>
              <a:t> </a:t>
            </a:r>
            <a:r>
              <a:rPr lang="en-US" sz="1800" b="0">
                <a:solidFill>
                  <a:schemeClr val="bg1"/>
                </a:solidFill>
              </a:rPr>
              <a:t>чрезвычайных</a:t>
            </a:r>
            <a:r>
              <a:rPr lang="en-US" sz="1800" b="0">
                <a:solidFill>
                  <a:schemeClr val="bg1"/>
                </a:solidFill>
              </a:rPr>
              <a:t> </a:t>
            </a:r>
            <a:r>
              <a:rPr lang="en-US" sz="1800" b="0">
                <a:solidFill>
                  <a:schemeClr val="bg1"/>
                </a:solidFill>
              </a:rPr>
              <a:t>ситуаций</a:t>
            </a:r>
            <a:r>
              <a:rPr lang="en-US" sz="1800" b="0">
                <a:solidFill>
                  <a:schemeClr val="bg1"/>
                </a:solidFill>
              </a:rPr>
              <a:t>: </a:t>
            </a:r>
            <a:r>
              <a:rPr lang="en-US" sz="1800" b="0">
                <a:solidFill>
                  <a:schemeClr val="bg1"/>
                </a:solidFill>
              </a:rPr>
              <a:t>поражающие</a:t>
            </a:r>
            <a:r>
              <a:rPr lang="en-US" sz="1800" b="0">
                <a:solidFill>
                  <a:schemeClr val="bg1"/>
                </a:solidFill>
              </a:rPr>
              <a:t> </a:t>
            </a:r>
            <a:r>
              <a:rPr lang="en-US" sz="1800" b="0">
                <a:solidFill>
                  <a:schemeClr val="bg1"/>
                </a:solidFill>
              </a:rPr>
              <a:t>факторы</a:t>
            </a:r>
            <a:r>
              <a:rPr lang="en-US" sz="1800" b="0">
                <a:solidFill>
                  <a:schemeClr val="bg1"/>
                </a:solidFill>
              </a:rPr>
              <a:t>, </a:t>
            </a:r>
            <a:r>
              <a:rPr lang="en-US" sz="1800" b="0">
                <a:solidFill>
                  <a:schemeClr val="bg1"/>
                </a:solidFill>
              </a:rPr>
              <a:t>возникающие</a:t>
            </a:r>
            <a:r>
              <a:rPr lang="en-US" sz="1800" b="0">
                <a:solidFill>
                  <a:schemeClr val="bg1"/>
                </a:solidFill>
              </a:rPr>
              <a:t> </a:t>
            </a:r>
            <a:r>
              <a:rPr lang="en-US" sz="1800" b="0">
                <a:solidFill>
                  <a:schemeClr val="bg1"/>
                </a:solidFill>
              </a:rPr>
              <a:t>при</a:t>
            </a:r>
            <a:r>
              <a:rPr lang="en-US" sz="1800" b="0">
                <a:solidFill>
                  <a:schemeClr val="bg1"/>
                </a:solidFill>
              </a:rPr>
              <a:t> </a:t>
            </a:r>
            <a:endParaRPr/>
          </a:p>
          <a:p>
            <a:pPr algn="ctr">
              <a:spcAft>
                <a:spcPts val="0"/>
              </a:spcAft>
              <a:buClr>
                <a:schemeClr val="accent2">
                  <a:lumMod val="75000"/>
                </a:schemeClr>
              </a:buClr>
              <a:defRPr/>
            </a:pPr>
            <a:r>
              <a:rPr lang="en-US" sz="1800" b="0">
                <a:solidFill>
                  <a:schemeClr val="bg1"/>
                </a:solidFill>
              </a:rPr>
              <a:t>аварии</a:t>
            </a:r>
            <a:r>
              <a:rPr lang="en-US" sz="1800" b="0">
                <a:solidFill>
                  <a:schemeClr val="bg1"/>
                </a:solidFill>
              </a:rPr>
              <a:t> </a:t>
            </a:r>
            <a:r>
              <a:rPr lang="en-US" sz="1800" b="0">
                <a:solidFill>
                  <a:schemeClr val="bg1"/>
                </a:solidFill>
              </a:rPr>
              <a:t>на</a:t>
            </a:r>
            <a:r>
              <a:rPr lang="en-US" sz="1800" b="0">
                <a:solidFill>
                  <a:schemeClr val="bg1"/>
                </a:solidFill>
              </a:rPr>
              <a:t> </a:t>
            </a:r>
            <a:r>
              <a:rPr lang="en-US" sz="1800" b="0">
                <a:solidFill>
                  <a:schemeClr val="bg1"/>
                </a:solidFill>
              </a:rPr>
              <a:t>химически</a:t>
            </a:r>
            <a:r>
              <a:rPr lang="en-US" sz="1800" b="0">
                <a:solidFill>
                  <a:schemeClr val="bg1"/>
                </a:solidFill>
              </a:rPr>
              <a:t> </a:t>
            </a:r>
            <a:r>
              <a:rPr lang="en-US" sz="1800" b="0">
                <a:solidFill>
                  <a:schemeClr val="bg1"/>
                </a:solidFill>
              </a:rPr>
              <a:t>опасном</a:t>
            </a:r>
            <a:r>
              <a:rPr lang="en-US" sz="1800" b="0">
                <a:solidFill>
                  <a:schemeClr val="bg1"/>
                </a:solidFill>
              </a:rPr>
              <a:t> </a:t>
            </a:r>
            <a:r>
              <a:rPr lang="en-US" sz="1800" b="0">
                <a:solidFill>
                  <a:schemeClr val="bg1"/>
                </a:solidFill>
              </a:rPr>
              <a:t>объекте</a:t>
            </a:r>
            <a:r>
              <a:rPr lang="ru-RU" sz="1800" b="0">
                <a:solidFill>
                  <a:schemeClr val="bg1"/>
                </a:solidFill>
              </a:rPr>
              <a:t>.</a:t>
            </a:r>
            <a:endParaRPr lang="ru-RU" sz="1800">
              <a:solidFill>
                <a:schemeClr val="bg1"/>
              </a:solidFill>
            </a:endParaRPr>
          </a:p>
        </p:txBody>
      </p:sp>
      <p:sp>
        <p:nvSpPr>
          <p:cNvPr id="1255106761" name="TextBox 1"/>
          <p:cNvSpPr txBox="1">
            <a:spLocks noChangeArrowheads="1"/>
          </p:cNvSpPr>
          <p:nvPr/>
        </p:nvSpPr>
        <p:spPr bwMode="auto">
          <a:xfrm>
            <a:off x="371752" y="3448721"/>
            <a:ext cx="6808916" cy="1128119"/>
          </a:xfrm>
          <a:prstGeom prst="rect">
            <a:avLst/>
          </a:prstGeom>
          <a:noFill/>
          <a:ln>
            <a:noFill/>
          </a:ln>
        </p:spPr>
        <p:txBody>
          <a:bodyPr>
            <a:spAutoFit/>
          </a:bodyPr>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defRPr/>
            </a:pPr>
            <a:endParaRPr lang="ru-RU">
              <a:solidFill>
                <a:schemeClr val="bg2">
                  <a:lumMod val="50000"/>
                </a:schemeClr>
              </a:solidFill>
            </a:endParaRPr>
          </a:p>
          <a:p>
            <a:pPr>
              <a:buClr>
                <a:schemeClr val="accent2">
                  <a:lumMod val="75000"/>
                </a:schemeClr>
              </a:buClr>
              <a:buSzPct val="80000"/>
              <a:defRPr/>
            </a:pPr>
            <a:r>
              <a:rPr lang="ru-RU" sz="1800">
                <a:solidFill>
                  <a:schemeClr val="bg1"/>
                </a:solidFill>
                <a:latin typeface="+mn-lt"/>
                <a:ea typeface="+mn-ea"/>
                <a:cs typeface="Arial"/>
              </a:rPr>
              <a:t>Группа: ИКПИ-23</a:t>
            </a:r>
            <a:endParaRPr/>
          </a:p>
          <a:p>
            <a:pPr>
              <a:buClr>
                <a:schemeClr val="accent2">
                  <a:lumMod val="75000"/>
                </a:schemeClr>
              </a:buClr>
              <a:buSzPct val="80000"/>
              <a:defRPr/>
            </a:pPr>
            <a:r>
              <a:rPr lang="ru-RU" sz="1800">
                <a:solidFill>
                  <a:schemeClr val="bg1"/>
                </a:solidFill>
                <a:latin typeface="+mn-lt"/>
                <a:ea typeface="+mn-ea"/>
                <a:cs typeface="Arial"/>
              </a:rPr>
              <a:t>Выполнил: студент Даненко </a:t>
            </a:r>
            <a:r>
              <a:rPr lang="ru-RU" sz="1800">
                <a:solidFill>
                  <a:schemeClr val="bg1"/>
                </a:solidFill>
                <a:latin typeface="Arial"/>
                <a:ea typeface="Arial"/>
                <a:cs typeface="Arial"/>
              </a:rPr>
              <a:t>А.А.</a:t>
            </a:r>
            <a:endParaRPr/>
          </a:p>
          <a:p>
            <a:pPr>
              <a:buClr>
                <a:schemeClr val="accent2">
                  <a:lumMod val="75000"/>
                </a:schemeClr>
              </a:buClr>
              <a:buSzPct val="80000"/>
              <a:defRPr/>
            </a:pPr>
            <a:r>
              <a:rPr lang="ru-RU" sz="1800">
                <a:solidFill>
                  <a:schemeClr val="bg1"/>
                </a:solidFill>
                <a:latin typeface="+mn-lt"/>
                <a:ea typeface="+mn-ea"/>
                <a:cs typeface="Arial"/>
              </a:rPr>
              <a:t>Преподаватель: к. воен. н., доц. О.Л. Мальцева</a:t>
            </a:r>
            <a:endParaRPr/>
          </a:p>
        </p:txBody>
      </p:sp>
      <p:sp>
        <p:nvSpPr>
          <p:cNvPr id="1755449798" name="Текст 5"/>
          <p:cNvSpPr txBox="1"/>
          <p:nvPr/>
        </p:nvSpPr>
        <p:spPr bwMode="auto">
          <a:xfrm>
            <a:off x="2548038" y="4569388"/>
            <a:ext cx="3532187" cy="455612"/>
          </a:xfrm>
          <a:prstGeom prst="rect">
            <a:avLst/>
          </a:prstGeom>
          <a:noFill/>
          <a:ln>
            <a:noFill/>
          </a:ln>
        </p:spPr>
        <p:txBody>
          <a:bodyPr anchor="ctr"/>
          <a:lstStyle>
            <a:lvl1pPr marL="0" indent="0" algn="l" rtl="0">
              <a:spcBef>
                <a:spcPts val="0"/>
              </a:spcBef>
              <a:spcAft>
                <a:spcPts val="0"/>
              </a:spcAft>
              <a:buClr>
                <a:srgbClr val="DD7E0E"/>
              </a:buClr>
              <a:buSzPct val="80000"/>
              <a:buFont typeface="Wingdings"/>
              <a:buNone/>
              <a:defRPr sz="2800" b="1">
                <a:solidFill>
                  <a:schemeClr val="accent2">
                    <a:lumMod val="75000"/>
                  </a:schemeClr>
                </a:solidFill>
                <a:latin typeface="Arial"/>
                <a:ea typeface="+mn-ea"/>
                <a:cs typeface="Arial"/>
              </a:defRPr>
            </a:lvl1pPr>
            <a:lvl2pPr marL="538480" indent="-273050" algn="l" rtl="0">
              <a:spcBef>
                <a:spcPts val="0"/>
              </a:spcBef>
              <a:spcAft>
                <a:spcPts val="0"/>
              </a:spcAft>
              <a:buClr>
                <a:srgbClr val="DD7E0E"/>
              </a:buClr>
              <a:buFont typeface="Arial"/>
              <a:buChar char="–"/>
              <a:defRPr sz="2800">
                <a:solidFill>
                  <a:srgbClr val="404040"/>
                </a:solidFill>
                <a:latin typeface="Arial"/>
                <a:ea typeface="+mn-ea"/>
                <a:cs typeface="Arial"/>
              </a:defRPr>
            </a:lvl2pPr>
            <a:lvl3pPr marL="717550" indent="-179705" algn="l" rtl="0">
              <a:spcBef>
                <a:spcPts val="0"/>
              </a:spcBef>
              <a:spcAft>
                <a:spcPts val="0"/>
              </a:spcAft>
              <a:buClr>
                <a:srgbClr val="DD7E0E"/>
              </a:buClr>
              <a:buFont typeface="Arial"/>
              <a:buChar char="•"/>
              <a:defRPr sz="1600">
                <a:solidFill>
                  <a:srgbClr val="595959"/>
                </a:solidFill>
                <a:latin typeface="Arial"/>
                <a:ea typeface="+mn-ea"/>
                <a:cs typeface="Arial"/>
              </a:defRPr>
            </a:lvl3pPr>
            <a:lvl4pPr marL="897254" indent="-179705" algn="l" rtl="0">
              <a:spcBef>
                <a:spcPts val="0"/>
              </a:spcBef>
              <a:spcAft>
                <a:spcPts val="0"/>
              </a:spcAft>
              <a:buFont typeface="Arial"/>
              <a:buChar char="–"/>
              <a:defRPr sz="1400">
                <a:solidFill>
                  <a:srgbClr val="595959"/>
                </a:solidFill>
                <a:latin typeface="Arial"/>
                <a:ea typeface="+mn-ea"/>
                <a:cs typeface="Arial"/>
              </a:defRPr>
            </a:lvl4pPr>
            <a:lvl5pPr marL="1076325" indent="-273050" algn="l" rtl="0">
              <a:spcBef>
                <a:spcPts val="0"/>
              </a:spcBef>
              <a:spcAft>
                <a:spcPts val="0"/>
              </a:spcAft>
              <a:buFont typeface="Arial"/>
              <a:buChar char="»"/>
              <a:defRPr sz="1200">
                <a:solidFill>
                  <a:srgbClr val="595959"/>
                </a:solidFill>
                <a:latin typeface="Arial"/>
                <a:ea typeface="+mn-ea"/>
                <a:cs typeface="Arial"/>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algn="ctr">
              <a:spcBef>
                <a:spcPts val="0"/>
              </a:spcBef>
              <a:spcAft>
                <a:spcPts val="0"/>
              </a:spcAft>
              <a:buClr>
                <a:schemeClr val="accent2">
                  <a:lumMod val="75000"/>
                </a:schemeClr>
              </a:buClr>
              <a:defRPr/>
            </a:pPr>
            <a:r>
              <a:rPr lang="ru-RU" sz="1400" b="0">
                <a:solidFill>
                  <a:schemeClr val="bg1"/>
                </a:solidFill>
                <a:latin typeface="+mn-lt"/>
              </a:rPr>
              <a:t>Санкт-Петербург </a:t>
            </a:r>
            <a:endParaRPr/>
          </a:p>
          <a:p>
            <a:pPr algn="ctr">
              <a:spcBef>
                <a:spcPts val="0"/>
              </a:spcBef>
              <a:spcAft>
                <a:spcPts val="0"/>
              </a:spcAft>
              <a:buClr>
                <a:schemeClr val="accent2">
                  <a:lumMod val="75000"/>
                </a:schemeClr>
              </a:buClr>
              <a:defRPr/>
            </a:pPr>
            <a:r>
              <a:rPr lang="ru-RU" sz="1400" b="0">
                <a:solidFill>
                  <a:schemeClr val="bg1"/>
                </a:solidFill>
                <a:latin typeface="+mn-lt"/>
              </a:rPr>
              <a:t>2025</a:t>
            </a:r>
            <a:endParaRPr lang="ru-RU" sz="1400">
              <a:solidFill>
                <a:schemeClr val="bg1"/>
              </a:solidFill>
              <a:latin typeface="+mn-lt"/>
              <a:cs typeface="Times New Roman"/>
            </a:endParaRPr>
          </a:p>
        </p:txBody>
      </p:sp>
      <p:sp>
        <p:nvSpPr>
          <p:cNvPr id="286863427" name="Текст 5"/>
          <p:cNvSpPr txBox="1"/>
          <p:nvPr/>
        </p:nvSpPr>
        <p:spPr bwMode="auto">
          <a:xfrm>
            <a:off x="238551" y="2377949"/>
            <a:ext cx="8799580" cy="565485"/>
          </a:xfrm>
          <a:prstGeom prst="rect">
            <a:avLst/>
          </a:prstGeom>
          <a:noFill/>
          <a:ln>
            <a:noFill/>
          </a:ln>
        </p:spPr>
        <p:txBody>
          <a:bodyPr lIns="91440" tIns="45720" rIns="91440" bIns="45720" anchor="ctr"/>
          <a:lstStyle>
            <a:lvl1pPr marL="0" indent="0" algn="l" rtl="0">
              <a:spcBef>
                <a:spcPts val="0"/>
              </a:spcBef>
              <a:spcAft>
                <a:spcPts val="0"/>
              </a:spcAft>
              <a:buClr>
                <a:srgbClr val="DD7E0E"/>
              </a:buClr>
              <a:buSzPct val="80000"/>
              <a:buFont typeface="Wingdings"/>
              <a:buNone/>
              <a:defRPr sz="2800" b="1">
                <a:solidFill>
                  <a:schemeClr val="accent2">
                    <a:lumMod val="75000"/>
                  </a:schemeClr>
                </a:solidFill>
                <a:latin typeface="Arial"/>
                <a:ea typeface="+mn-ea"/>
                <a:cs typeface="Arial"/>
              </a:defRPr>
            </a:lvl1pPr>
            <a:lvl2pPr marL="538480" indent="-273050" algn="l" rtl="0">
              <a:spcBef>
                <a:spcPts val="0"/>
              </a:spcBef>
              <a:spcAft>
                <a:spcPts val="0"/>
              </a:spcAft>
              <a:buClr>
                <a:srgbClr val="DD7E0E"/>
              </a:buClr>
              <a:buFont typeface="Arial"/>
              <a:buChar char="–"/>
              <a:defRPr sz="2800">
                <a:solidFill>
                  <a:srgbClr val="404040"/>
                </a:solidFill>
                <a:latin typeface="Arial"/>
                <a:ea typeface="+mn-ea"/>
                <a:cs typeface="Arial"/>
              </a:defRPr>
            </a:lvl2pPr>
            <a:lvl3pPr marL="717550" indent="-179705" algn="l" rtl="0">
              <a:spcBef>
                <a:spcPts val="0"/>
              </a:spcBef>
              <a:spcAft>
                <a:spcPts val="0"/>
              </a:spcAft>
              <a:buClr>
                <a:srgbClr val="DD7E0E"/>
              </a:buClr>
              <a:buFont typeface="Arial"/>
              <a:buChar char="•"/>
              <a:defRPr sz="1600">
                <a:solidFill>
                  <a:srgbClr val="595959"/>
                </a:solidFill>
                <a:latin typeface="Arial"/>
                <a:ea typeface="+mn-ea"/>
                <a:cs typeface="Arial"/>
              </a:defRPr>
            </a:lvl3pPr>
            <a:lvl4pPr marL="897254" indent="-179705" algn="l" rtl="0">
              <a:spcBef>
                <a:spcPts val="0"/>
              </a:spcBef>
              <a:spcAft>
                <a:spcPts val="0"/>
              </a:spcAft>
              <a:buFont typeface="Arial"/>
              <a:buChar char="–"/>
              <a:defRPr sz="1400">
                <a:solidFill>
                  <a:srgbClr val="595959"/>
                </a:solidFill>
                <a:latin typeface="Arial"/>
                <a:ea typeface="+mn-ea"/>
                <a:cs typeface="Arial"/>
              </a:defRPr>
            </a:lvl4pPr>
            <a:lvl5pPr marL="1076325" indent="-273050" algn="l" rtl="0">
              <a:spcBef>
                <a:spcPts val="0"/>
              </a:spcBef>
              <a:spcAft>
                <a:spcPts val="0"/>
              </a:spcAft>
              <a:buFont typeface="Arial"/>
              <a:buChar char="»"/>
              <a:defRPr sz="1200">
                <a:solidFill>
                  <a:srgbClr val="595959"/>
                </a:solidFill>
                <a:latin typeface="Arial"/>
                <a:ea typeface="+mn-ea"/>
                <a:cs typeface="Arial"/>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a:lstStyle>
          <a:p>
            <a:pPr algn="ctr">
              <a:spcAft>
                <a:spcPts val="0"/>
              </a:spcAft>
              <a:buClr>
                <a:schemeClr val="accent2">
                  <a:lumMod val="75000"/>
                </a:schemeClr>
              </a:buClr>
              <a:defRPr/>
            </a:pPr>
            <a:r>
              <a:rPr lang="ru-RU" sz="1800" b="0">
                <a:solidFill>
                  <a:schemeClr val="bg1"/>
                </a:solidFill>
                <a:latin typeface="Arial"/>
                <a:cs typeface="Arial"/>
              </a:rPr>
              <a:t>Задача 3 : Оценка БЖД людей и устойчивости функционирования объекта в случаях воздействия АХОВ.</a:t>
            </a:r>
            <a:endParaRPr lang="ru-RU" sz="1800">
              <a:solidFill>
                <a:schemeClr val="bg1"/>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0415466"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Содержание </a:t>
            </a:r>
            <a:endParaRPr/>
          </a:p>
        </p:txBody>
      </p:sp>
      <p:sp>
        <p:nvSpPr>
          <p:cNvPr id="153422209"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2</a:t>
            </a:fld>
            <a:endParaRPr sz="1400">
              <a:solidFill>
                <a:srgbClr val="000000"/>
              </a:solidFill>
            </a:endParaRPr>
          </a:p>
        </p:txBody>
      </p:sp>
      <p:sp>
        <p:nvSpPr>
          <p:cNvPr id="441451336" name="Google Shape;36;p6"/>
          <p:cNvSpPr txBox="1">
            <a:spLocks noGrp="1"/>
          </p:cNvSpPr>
          <p:nvPr>
            <p:ph type="body" idx="1"/>
          </p:nvPr>
        </p:nvSpPr>
        <p:spPr bwMode="auto">
          <a:xfrm>
            <a:off x="439800" y="910163"/>
            <a:ext cx="8264400" cy="3750300"/>
          </a:xfrm>
          <a:prstGeom prst="rect">
            <a:avLst/>
          </a:prstGeom>
        </p:spPr>
        <p:txBody>
          <a:bodyPr spcFirstLastPara="1" wrap="square" lIns="19025" tIns="19025" rIns="19025" bIns="19025" anchor="t" anchorCtr="0">
            <a:noAutofit/>
          </a:bodyPr>
          <a:lstStyle/>
          <a:p>
            <a:pPr marL="0" lvl="0" indent="0" algn="l" rtl="0">
              <a:lnSpc>
                <a:spcPct val="120000"/>
              </a:lnSpc>
              <a:spcBef>
                <a:spcPts val="0"/>
              </a:spcBef>
              <a:spcAft>
                <a:spcPts val="0"/>
              </a:spcAft>
              <a:buNone/>
              <a:defRPr/>
            </a:pPr>
            <a:r>
              <a:rPr lang="ru-RU" sz="2000" b="1"/>
              <a:t>Введение </a:t>
            </a:r>
            <a:endParaRPr/>
          </a:p>
          <a:p>
            <a:pPr marL="0" lvl="0" indent="0" algn="l" rtl="0">
              <a:lnSpc>
                <a:spcPct val="120000"/>
              </a:lnSpc>
              <a:spcBef>
                <a:spcPts val="0"/>
              </a:spcBef>
              <a:spcAft>
                <a:spcPts val="0"/>
              </a:spcAft>
              <a:buNone/>
              <a:defRPr/>
            </a:pPr>
            <a:r>
              <a:rPr lang="ru-RU" sz="2000" b="1"/>
              <a:t>1. Исходные данные для расчета</a:t>
            </a:r>
            <a:endParaRPr/>
          </a:p>
          <a:p>
            <a:pPr marL="0" lvl="0" indent="0" algn="l" rtl="0">
              <a:lnSpc>
                <a:spcPct val="120000"/>
              </a:lnSpc>
              <a:spcBef>
                <a:spcPts val="0"/>
              </a:spcBef>
              <a:spcAft>
                <a:spcPts val="0"/>
              </a:spcAft>
              <a:buNone/>
              <a:defRPr/>
            </a:pPr>
            <a:r>
              <a:rPr lang="ru-RU" sz="2000" b="1"/>
              <a:t>2. Оценка общей обстановки на объекте связи в случае ЧС</a:t>
            </a:r>
            <a:endParaRPr sz="2000" b="1"/>
          </a:p>
          <a:p>
            <a:pPr marL="0" lvl="0" indent="0" algn="l" rtl="0">
              <a:lnSpc>
                <a:spcPct val="120000"/>
              </a:lnSpc>
              <a:spcBef>
                <a:spcPts val="0"/>
              </a:spcBef>
              <a:spcAft>
                <a:spcPts val="0"/>
              </a:spcAft>
              <a:buNone/>
              <a:defRPr/>
            </a:pPr>
            <a:r>
              <a:rPr lang="ru-RU" sz="2000" b="1"/>
              <a:t>3</a:t>
            </a:r>
            <a:r>
              <a:rPr lang="en-US" sz="2000" b="1"/>
              <a:t>. Задачи</a:t>
            </a:r>
            <a:endParaRPr/>
          </a:p>
          <a:p>
            <a:pPr marL="0" lvl="0" indent="0" algn="l" rtl="0">
              <a:lnSpc>
                <a:spcPct val="120000"/>
              </a:lnSpc>
              <a:spcBef>
                <a:spcPts val="0"/>
              </a:spcBef>
              <a:spcAft>
                <a:spcPts val="0"/>
              </a:spcAft>
              <a:buNone/>
              <a:defRPr/>
            </a:pPr>
            <a:r>
              <a:rPr lang="ru-RU" sz="2000" b="1"/>
              <a:t>4</a:t>
            </a:r>
            <a:r>
              <a:rPr lang="en-US" sz="2000" b="1"/>
              <a:t>. Расчеты</a:t>
            </a:r>
            <a:endParaRPr/>
          </a:p>
          <a:p>
            <a:pPr marL="0" lvl="0" indent="0" algn="l" rtl="0">
              <a:lnSpc>
                <a:spcPct val="120000"/>
              </a:lnSpc>
              <a:spcBef>
                <a:spcPts val="0"/>
              </a:spcBef>
              <a:spcAft>
                <a:spcPts val="0"/>
              </a:spcAft>
              <a:buNone/>
              <a:defRPr/>
            </a:pPr>
            <a:r>
              <a:rPr lang="ru-RU" sz="2000" b="1"/>
              <a:t>5</a:t>
            </a:r>
            <a:r>
              <a:rPr lang="en-US" sz="2000" b="1"/>
              <a:t>. Результаты расчетов</a:t>
            </a:r>
            <a:endParaRPr/>
          </a:p>
          <a:p>
            <a:pPr marL="0" lvl="0" indent="0">
              <a:lnSpc>
                <a:spcPct val="120000"/>
              </a:lnSpc>
              <a:spcBef>
                <a:spcPts val="0"/>
              </a:spcBef>
              <a:buNone/>
              <a:defRPr/>
            </a:pPr>
            <a:r>
              <a:rPr lang="ru-RU" sz="2000" b="1"/>
              <a:t>Выводы</a:t>
            </a:r>
            <a:endParaRPr/>
          </a:p>
          <a:p>
            <a:pPr marL="0" lvl="0" indent="0">
              <a:lnSpc>
                <a:spcPct val="120000"/>
              </a:lnSpc>
              <a:spcBef>
                <a:spcPts val="0"/>
              </a:spcBef>
              <a:buNone/>
              <a:defRPr/>
            </a:pPr>
            <a:r>
              <a:rPr lang="ru-RU" sz="2000" b="1"/>
              <a:t>Инженерно-технические мероприятия</a:t>
            </a:r>
            <a:endParaRPr/>
          </a:p>
          <a:p>
            <a:pPr marL="0" lvl="0" indent="0">
              <a:lnSpc>
                <a:spcPct val="120000"/>
              </a:lnSpc>
              <a:spcBef>
                <a:spcPts val="0"/>
              </a:spcBef>
              <a:buNone/>
              <a:defRPr/>
            </a:pPr>
            <a:r>
              <a:rPr lang="ru-RU" sz="2000" b="1"/>
              <a:t>Литература </a:t>
            </a:r>
            <a:endParaRPr sz="20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4664792"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en-US"/>
              <a:t>Введение</a:t>
            </a:r>
            <a:endParaRPr/>
          </a:p>
        </p:txBody>
      </p:sp>
      <p:sp>
        <p:nvSpPr>
          <p:cNvPr id="7686081"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3</a:t>
            </a:fld>
            <a:endParaRPr sz="1400">
              <a:solidFill>
                <a:srgbClr val="000000"/>
              </a:solidFill>
            </a:endParaRPr>
          </a:p>
        </p:txBody>
      </p:sp>
      <p:sp>
        <p:nvSpPr>
          <p:cNvPr id="852415064" name="TextBox 3"/>
          <p:cNvSpPr txBox="1"/>
          <p:nvPr/>
        </p:nvSpPr>
        <p:spPr bwMode="auto">
          <a:xfrm>
            <a:off x="484765" y="816426"/>
            <a:ext cx="844764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a:t>Товарищ преподаватель, главным инженером СУС </a:t>
            </a:r>
            <a:r>
              <a:rPr lang="ru-RU" sz="1800"/>
              <a:t>н.п</a:t>
            </a:r>
            <a:r>
              <a:rPr lang="ru-RU" sz="1800"/>
              <a:t>. Васильковым Андреем Алексеевичем при уяснении задачи и оценки обстановки </a:t>
            </a:r>
            <a:r>
              <a:rPr lang="ru-RU" sz="1800" b="1"/>
              <a:t>варианта №85</a:t>
            </a:r>
            <a:r>
              <a:rPr lang="ru-RU" sz="1800"/>
              <a:t> было выявлено:</a:t>
            </a:r>
            <a:br>
              <a:rPr lang="ru-RU" sz="1800"/>
            </a:br>
            <a:r>
              <a:rPr lang="ru-RU" sz="1800"/>
              <a:t>  в результате аварии на химическом предприятии произошёл вылив АХОВ на территорию, в результате которого произошло загрязнение окружающей среды и возможно поражение работников объекта связи.</a:t>
            </a:r>
            <a:endParaRPr/>
          </a:p>
          <a:p>
            <a:pPr>
              <a:defRPr/>
            </a:pPr>
            <a:endParaRPr lang="ru-RU" sz="1800"/>
          </a:p>
          <a:p>
            <a:pPr>
              <a:defRPr/>
            </a:pPr>
            <a:r>
              <a:rPr lang="ru-RU" sz="1800"/>
              <a:t> </a:t>
            </a:r>
            <a:r>
              <a:rPr lang="ru-RU" sz="1800"/>
              <a:t>Nос</a:t>
            </a:r>
            <a:r>
              <a:rPr lang="ru-RU" sz="1800"/>
              <a:t> = </a:t>
            </a:r>
            <a:r>
              <a:rPr lang="ru-RU" sz="1800" b="1"/>
              <a:t>45 человек</a:t>
            </a:r>
            <a:r>
              <a:rPr lang="ru-RU" sz="1800"/>
              <a:t>;</a:t>
            </a:r>
            <a:endParaRPr/>
          </a:p>
          <a:p>
            <a:pPr>
              <a:defRPr/>
            </a:pPr>
            <a:r>
              <a:rPr lang="ru-RU" sz="1800"/>
              <a:t> Средства индивидуальной защиты - </a:t>
            </a:r>
            <a:r>
              <a:rPr lang="ru-RU" sz="1800" b="1"/>
              <a:t>100%</a:t>
            </a:r>
            <a:r>
              <a:rPr lang="ru-RU" sz="1800"/>
              <a:t>;</a:t>
            </a:r>
            <a:endParaRPr/>
          </a:p>
          <a:p>
            <a:pPr>
              <a:defRPr/>
            </a:pPr>
            <a:r>
              <a:rPr lang="ru-RU" sz="1800"/>
              <a:t> R3 = </a:t>
            </a:r>
            <a:r>
              <a:rPr lang="ru-RU" sz="1800" b="1"/>
              <a:t>3.89</a:t>
            </a:r>
            <a:r>
              <a:rPr lang="ru-RU" sz="1800"/>
              <a:t> км;</a:t>
            </a:r>
            <a:endParaRPr/>
          </a:p>
          <a:p>
            <a:pPr>
              <a:defRPr/>
            </a:pPr>
            <a:r>
              <a:rPr lang="ru-RU" sz="1800"/>
              <a:t> АХОВ </a:t>
            </a:r>
            <a:r>
              <a:rPr lang="ru-RU" sz="1800" b="1"/>
              <a:t>Фосген </a:t>
            </a:r>
            <a:r>
              <a:rPr lang="ru-RU" sz="1800"/>
              <a:t>в количестве G = </a:t>
            </a:r>
            <a:r>
              <a:rPr lang="ru-RU" sz="1800" b="1"/>
              <a:t>85</a:t>
            </a:r>
            <a:r>
              <a:rPr lang="ru-RU" sz="1800"/>
              <a:t> т.</a:t>
            </a:r>
            <a:endParaRPr/>
          </a:p>
          <a:p>
            <a:pPr>
              <a:defRPr/>
            </a:pPr>
            <a:r>
              <a:rPr lang="ru-RU" sz="1800"/>
              <a:t> Способ хранения АХОВ на </a:t>
            </a:r>
            <a:r>
              <a:rPr lang="ru-RU" sz="1800" b="1"/>
              <a:t>не обвалованной</a:t>
            </a:r>
            <a:r>
              <a:rPr lang="ru-RU" sz="1800"/>
              <a:t> ёмкости;</a:t>
            </a:r>
            <a:br>
              <a:rPr lang="ru-RU" sz="1800"/>
            </a:br>
            <a:r>
              <a:rPr lang="ru-RU" sz="1800"/>
              <a:t> v = </a:t>
            </a:r>
            <a:r>
              <a:rPr lang="ru-RU" sz="1800" b="1"/>
              <a:t>4</a:t>
            </a:r>
            <a:r>
              <a:rPr lang="ru-RU" sz="1800"/>
              <a:t> м/с.</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2671344"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a:defRPr/>
            </a:pPr>
            <a:r>
              <a:rPr lang="ru-RU"/>
              <a:t>1</a:t>
            </a:r>
            <a:r>
              <a:rPr lang="en-US"/>
              <a:t>. </a:t>
            </a:r>
            <a:r>
              <a:rPr lang="ru-RU"/>
              <a:t>Исходные данные для расчета</a:t>
            </a:r>
            <a:br>
              <a:rPr lang="ru-RU"/>
            </a:br>
            <a:br>
              <a:rPr lang="ru-RU"/>
            </a:br>
            <a:endParaRPr/>
          </a:p>
        </p:txBody>
      </p:sp>
      <p:sp>
        <p:nvSpPr>
          <p:cNvPr id="2066740321"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4</a:t>
            </a:fld>
            <a:endParaRPr sz="1400">
              <a:solidFill>
                <a:srgbClr val="000000"/>
              </a:solidFill>
            </a:endParaRPr>
          </a:p>
        </p:txBody>
      </p:sp>
      <p:sp>
        <p:nvSpPr>
          <p:cNvPr id="1101702591" name="Текстовое поле 1"/>
          <p:cNvSpPr txBox="1"/>
          <p:nvPr/>
        </p:nvSpPr>
        <p:spPr bwMode="auto">
          <a:xfrm>
            <a:off x="5622924" y="4232910"/>
            <a:ext cx="2583815" cy="583565"/>
          </a:xfrm>
          <a:prstGeom prst="rect">
            <a:avLst/>
          </a:prstGeom>
          <a:solidFill>
            <a:schemeClr val="bg1"/>
          </a:solidFill>
          <a:ln>
            <a:solidFill>
              <a:schemeClr val="tx1"/>
            </a:solidFill>
          </a:ln>
        </p:spPr>
        <p:txBody>
          <a:bodyPr wrap="square">
            <a:spAutoFit/>
          </a:bodyPr>
          <a:lstStyle/>
          <a:p>
            <a:pPr algn="ctr">
              <a:defRPr/>
            </a:pPr>
            <a:r>
              <a:rPr lang="en-US" sz="1600">
                <a:solidFill>
                  <a:srgbClr val="000000"/>
                </a:solidFill>
                <a:latin typeface="Times New Roman"/>
                <a:ea typeface="Times New Roman"/>
              </a:rPr>
              <a:t>Сторона каждого квадрата </a:t>
            </a:r>
            <a:endParaRPr/>
          </a:p>
          <a:p>
            <a:pPr algn="ctr">
              <a:defRPr/>
            </a:pPr>
            <a:r>
              <a:rPr lang="en-US" sz="1600">
                <a:solidFill>
                  <a:srgbClr val="000000"/>
                </a:solidFill>
                <a:latin typeface="Times New Roman"/>
                <a:ea typeface="Times New Roman"/>
              </a:rPr>
              <a:t>карты равна 1 километру</a:t>
            </a:r>
            <a:endParaRPr/>
          </a:p>
        </p:txBody>
      </p:sp>
      <p:sp>
        <p:nvSpPr>
          <p:cNvPr id="1559472148" name="Текстовое поле 11"/>
          <p:cNvSpPr txBox="1"/>
          <p:nvPr/>
        </p:nvSpPr>
        <p:spPr bwMode="auto">
          <a:xfrm>
            <a:off x="5865495" y="2680335"/>
            <a:ext cx="3044825" cy="829944"/>
          </a:xfrm>
          <a:prstGeom prst="rect">
            <a:avLst/>
          </a:prstGeom>
          <a:solidFill>
            <a:schemeClr val="bg1"/>
          </a:solidFill>
          <a:ln>
            <a:solidFill>
              <a:schemeClr val="tx1"/>
            </a:solidFill>
          </a:ln>
        </p:spPr>
        <p:txBody>
          <a:bodyPr wrap="square" lIns="91440" tIns="45720" rIns="91440" bIns="45720" anchor="t">
            <a:spAutoFit/>
          </a:bodyPr>
          <a:lstStyle/>
          <a:p>
            <a:pPr>
              <a:defRPr/>
            </a:pPr>
            <a:r>
              <a:rPr lang="ru-RU" sz="1600" b="1">
                <a:solidFill>
                  <a:schemeClr val="accent5">
                    <a:lumMod val="75000"/>
                  </a:schemeClr>
                </a:solidFill>
                <a:latin typeface="+mn-lt"/>
                <a:ea typeface="Times New Roman"/>
                <a:cs typeface="+mn-lt"/>
              </a:rPr>
              <a:t>Изотермия</a:t>
            </a:r>
            <a:r>
              <a:rPr lang="en-US" sz="1600" b="1">
                <a:solidFill>
                  <a:schemeClr val="accent5">
                    <a:lumMod val="75000"/>
                  </a:schemeClr>
                </a:solidFill>
                <a:latin typeface="+mn-lt"/>
                <a:ea typeface="Times New Roman"/>
                <a:cs typeface="+mn-lt"/>
              </a:rPr>
              <a:t>   </a:t>
            </a:r>
            <a:r>
              <a:rPr lang="en-US" sz="1600" b="1">
                <a:solidFill>
                  <a:schemeClr val="accent5">
                    <a:lumMod val="75000"/>
                  </a:schemeClr>
                </a:solidFill>
                <a:latin typeface="+mn-lt"/>
                <a:cs typeface="+mn-lt"/>
              </a:rPr>
              <a:t> 9.5 * 1.425</a:t>
            </a:r>
            <a:r>
              <a:rPr lang="ru-RU" sz="1600" b="1" spc="-33">
                <a:solidFill>
                  <a:schemeClr val="accent5">
                    <a:lumMod val="75000"/>
                  </a:schemeClr>
                </a:solidFill>
                <a:latin typeface="+mn-lt"/>
                <a:cs typeface="+mn-lt"/>
              </a:rPr>
              <a:t> </a:t>
            </a:r>
            <a:r>
              <a:rPr lang="ru-RU" sz="1600" b="1" spc="-33">
                <a:solidFill>
                  <a:schemeClr val="accent5">
                    <a:lumMod val="75000"/>
                  </a:schemeClr>
                </a:solidFill>
                <a:latin typeface="+mn-lt"/>
                <a:cs typeface="+mn-lt"/>
              </a:rPr>
              <a:t>км</a:t>
            </a:r>
            <a:endParaRPr lang="ru-RU" sz="1600">
              <a:solidFill>
                <a:schemeClr val="accent5">
                  <a:lumMod val="75000"/>
                </a:schemeClr>
              </a:solidFill>
              <a:latin typeface="+mn-lt"/>
              <a:ea typeface="Times New Roman"/>
              <a:cs typeface="+mn-lt"/>
            </a:endParaRPr>
          </a:p>
          <a:p>
            <a:pPr lvl="1">
              <a:defRPr/>
            </a:pPr>
            <a:r>
              <a:rPr lang="ru-RU" sz="1600" b="1">
                <a:solidFill>
                  <a:srgbClr val="00B050"/>
                </a:solidFill>
                <a:latin typeface="+mn-lt"/>
                <a:ea typeface="Times New Roman"/>
                <a:cs typeface="+mn-lt"/>
              </a:rPr>
              <a:t>Инверсия</a:t>
            </a:r>
            <a:r>
              <a:rPr lang="en-US" sz="1600" b="1">
                <a:solidFill>
                  <a:srgbClr val="00B050"/>
                </a:solidFill>
                <a:latin typeface="+mn-lt"/>
                <a:ea typeface="Times New Roman"/>
                <a:cs typeface="+mn-lt"/>
              </a:rPr>
              <a:t>     </a:t>
            </a:r>
            <a:r>
              <a:rPr lang="en-US" sz="1600" b="1">
                <a:solidFill>
                  <a:srgbClr val="00B050"/>
                </a:solidFill>
                <a:latin typeface="+mn-lt"/>
                <a:cs typeface="+mn-lt"/>
              </a:rPr>
              <a:t> </a:t>
            </a:r>
            <a:r>
              <a:rPr lang="en-US" sz="1600" b="1">
                <a:solidFill>
                  <a:srgbClr val="00B050"/>
                </a:solidFill>
                <a:latin typeface="+mn-lt"/>
                <a:cs typeface="+mn-lt"/>
              </a:rPr>
              <a:t>36.1 * 9.5</a:t>
            </a:r>
            <a:r>
              <a:rPr lang="ru-RU" sz="1600" b="1" spc="-33">
                <a:solidFill>
                  <a:srgbClr val="00B050"/>
                </a:solidFill>
                <a:latin typeface="+mn-lt"/>
                <a:cs typeface="+mn-lt"/>
              </a:rPr>
              <a:t> км</a:t>
            </a:r>
            <a:endParaRPr lang="ru-RU" sz="1600">
              <a:solidFill>
                <a:srgbClr val="4D4E4F"/>
              </a:solidFill>
              <a:latin typeface="+mn-lt"/>
              <a:ea typeface="Times New Roman"/>
              <a:cs typeface="+mn-lt"/>
            </a:endParaRPr>
          </a:p>
          <a:p>
            <a:pPr lvl="1">
              <a:defRPr/>
            </a:pPr>
            <a:r>
              <a:rPr lang="ru-RU" sz="1600" b="1">
                <a:solidFill>
                  <a:srgbClr val="0070C0"/>
                </a:solidFill>
                <a:latin typeface="+mn-lt"/>
                <a:ea typeface="Times New Roman"/>
                <a:cs typeface="+mn-lt"/>
              </a:rPr>
              <a:t>Конвекция </a:t>
            </a:r>
            <a:r>
              <a:rPr lang="en-US" sz="1600" b="1">
                <a:solidFill>
                  <a:srgbClr val="0070C0"/>
                </a:solidFill>
                <a:latin typeface="+mn-lt"/>
                <a:ea typeface="Times New Roman"/>
                <a:cs typeface="+mn-lt"/>
              </a:rPr>
              <a:t>   </a:t>
            </a:r>
            <a:r>
              <a:rPr lang="en-US" sz="1600" b="1">
                <a:solidFill>
                  <a:srgbClr val="0070C0"/>
                </a:solidFill>
                <a:latin typeface="+mn-lt"/>
                <a:cs typeface="+mn-lt"/>
              </a:rPr>
              <a:t>2.09 * 1.672 </a:t>
            </a:r>
            <a:r>
              <a:rPr lang="ru-RU" sz="1600" b="1">
                <a:solidFill>
                  <a:srgbClr val="0070C0"/>
                </a:solidFill>
                <a:latin typeface="+mn-lt"/>
                <a:cs typeface="+mn-lt"/>
              </a:rPr>
              <a:t>км</a:t>
            </a:r>
            <a:endParaRPr lang="ru-RU" sz="1600" b="1">
              <a:solidFill>
                <a:srgbClr val="0070C0"/>
              </a:solidFill>
              <a:latin typeface="+mn-lt"/>
              <a:ea typeface="Times New Roman"/>
              <a:cs typeface="+mn-lt"/>
            </a:endParaRPr>
          </a:p>
        </p:txBody>
      </p:sp>
      <p:pic>
        <p:nvPicPr>
          <p:cNvPr id="1455648699" name="Рисунок 4" descr="Изображение выглядит как текст, карта, диаграмма, линия&#10;&#10;Содержимое, созданное искусственным интеллектом, может быть неверным."/>
          <p:cNvPicPr>
            <a:picLocks noChangeAspect="1"/>
          </p:cNvPicPr>
          <p:nvPr/>
        </p:nvPicPr>
        <p:blipFill rotWithShape="1">
          <a:blip r:embed="rId3"/>
          <a:stretch/>
        </p:blipFill>
        <p:spPr bwMode="auto">
          <a:xfrm>
            <a:off x="2571570" y="2102417"/>
            <a:ext cx="3041170" cy="1984616"/>
          </a:xfrm>
          <a:prstGeom prst="rect">
            <a:avLst/>
          </a:prstGeom>
        </p:spPr>
      </p:pic>
      <p:pic>
        <p:nvPicPr>
          <p:cNvPr id="1032775869" name="Рисунок 5" descr="Изображение выглядит как текст, карта, диаграмма, План&#10;&#10;Содержимое, созданное искусственным интеллектом, может быть неверным."/>
          <p:cNvPicPr>
            <a:picLocks noChangeAspect="1"/>
          </p:cNvPicPr>
          <p:nvPr/>
        </p:nvPicPr>
        <p:blipFill rotWithShape="1">
          <a:blip r:embed="rId4"/>
          <a:stretch/>
        </p:blipFill>
        <p:spPr bwMode="auto">
          <a:xfrm>
            <a:off x="447722" y="1833113"/>
            <a:ext cx="1875790" cy="3051595"/>
          </a:xfrm>
          <a:prstGeom prst="rect">
            <a:avLst/>
          </a:prstGeom>
        </p:spPr>
      </p:pic>
      <p:pic>
        <p:nvPicPr>
          <p:cNvPr id="1491241161" name="Рисунок 19"/>
          <p:cNvPicPr>
            <a:picLocks noChangeAspect="1"/>
          </p:cNvPicPr>
          <p:nvPr/>
        </p:nvPicPr>
        <p:blipFill rotWithShape="1">
          <a:blip r:embed="rId4"/>
          <a:stretch/>
        </p:blipFill>
        <p:spPr bwMode="auto">
          <a:xfrm>
            <a:off x="447723" y="1628236"/>
            <a:ext cx="2037536" cy="3331953"/>
          </a:xfrm>
          <a:prstGeom prst="rect">
            <a:avLst/>
          </a:prstGeom>
        </p:spPr>
      </p:pic>
      <p:sp>
        <p:nvSpPr>
          <p:cNvPr id="150832152" name="TextBox 2"/>
          <p:cNvSpPr txBox="1"/>
          <p:nvPr/>
        </p:nvSpPr>
        <p:spPr bwMode="auto">
          <a:xfrm>
            <a:off x="387802" y="775605"/>
            <a:ext cx="86133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a:solidFill>
                  <a:srgbClr val="111827"/>
                </a:solidFill>
              </a:rPr>
              <a:t>Химическое предприятие находится на расстоянии R₃ = </a:t>
            </a:r>
            <a:r>
              <a:rPr lang="ru-RU" sz="1800" b="1">
                <a:solidFill>
                  <a:srgbClr val="111827"/>
                </a:solidFill>
              </a:rPr>
              <a:t>3,89</a:t>
            </a:r>
            <a:r>
              <a:rPr lang="ru-RU" sz="1800">
                <a:solidFill>
                  <a:srgbClr val="111827"/>
                </a:solidFill>
              </a:rPr>
              <a:t> км от </a:t>
            </a:r>
            <a:r>
              <a:rPr lang="ru-RU" sz="1800">
                <a:solidFill>
                  <a:srgbClr val="111827"/>
                </a:solidFill>
              </a:rPr>
              <a:t>н.п</a:t>
            </a:r>
            <a:r>
              <a:rPr lang="ru-RU" sz="1800">
                <a:solidFill>
                  <a:srgbClr val="111827"/>
                </a:solidFill>
              </a:rPr>
              <a:t>. </a:t>
            </a:r>
            <a:r>
              <a:rPr lang="ru-RU" sz="1800" b="1">
                <a:solidFill>
                  <a:srgbClr val="111827"/>
                </a:solidFill>
              </a:rPr>
              <a:t>Перекаты</a:t>
            </a:r>
            <a:r>
              <a:rPr lang="ru-RU" sz="1800">
                <a:solidFill>
                  <a:srgbClr val="111827"/>
                </a:solidFill>
              </a:rPr>
              <a:t>. На химическом объекте находится </a:t>
            </a:r>
            <a:r>
              <a:rPr lang="ru-RU" sz="1800" b="1">
                <a:solidFill>
                  <a:srgbClr val="111827"/>
                </a:solidFill>
              </a:rPr>
              <a:t>Фосген</a:t>
            </a:r>
            <a:r>
              <a:rPr lang="ru-RU" sz="1800">
                <a:solidFill>
                  <a:srgbClr val="111827"/>
                </a:solidFill>
              </a:rPr>
              <a:t> в количестве G = </a:t>
            </a:r>
            <a:r>
              <a:rPr lang="ru-RU" sz="1800" b="1">
                <a:solidFill>
                  <a:srgbClr val="111827"/>
                </a:solidFill>
              </a:rPr>
              <a:t>85</a:t>
            </a:r>
            <a:r>
              <a:rPr lang="ru-RU" sz="1800">
                <a:solidFill>
                  <a:srgbClr val="111827"/>
                </a:solidFill>
              </a:rPr>
              <a:t> т. Емкости СДЯВ хранятся в не обвалованных резервуарах.</a:t>
            </a:r>
            <a:endParaRPr lang="ru-RU"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3145078"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a:defRPr/>
            </a:pPr>
            <a:r>
              <a:rPr lang="ru-RU"/>
              <a:t>2</a:t>
            </a:r>
            <a:r>
              <a:rPr lang="en-US"/>
              <a:t>. </a:t>
            </a:r>
            <a:r>
              <a:rPr lang="ru-RU"/>
              <a:t>Оценка общей обстановки на объекте СУС в случае ЧС</a:t>
            </a:r>
            <a:br>
              <a:rPr lang="ru-RU"/>
            </a:br>
            <a:br>
              <a:rPr lang="ru-RU"/>
            </a:br>
            <a:br>
              <a:rPr lang="ru-RU"/>
            </a:br>
            <a:endParaRPr/>
          </a:p>
        </p:txBody>
      </p:sp>
      <p:sp>
        <p:nvSpPr>
          <p:cNvPr id="1819427319"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5</a:t>
            </a:fld>
            <a:endParaRPr sz="1400">
              <a:solidFill>
                <a:srgbClr val="000000"/>
              </a:solidFill>
            </a:endParaRPr>
          </a:p>
        </p:txBody>
      </p:sp>
      <p:sp>
        <p:nvSpPr>
          <p:cNvPr id="1566676657" name="Google Shape;36;p6"/>
          <p:cNvSpPr txBox="1">
            <a:spLocks noGrp="1"/>
          </p:cNvSpPr>
          <p:nvPr>
            <p:ph type="body" idx="1"/>
          </p:nvPr>
        </p:nvSpPr>
        <p:spPr bwMode="auto">
          <a:xfrm>
            <a:off x="436672" y="1068331"/>
            <a:ext cx="8264400" cy="3146830"/>
          </a:xfrm>
          <a:prstGeom prst="rect">
            <a:avLst/>
          </a:prstGeom>
        </p:spPr>
        <p:txBody>
          <a:bodyPr spcFirstLastPara="1" wrap="square" lIns="19025" tIns="19025" rIns="19025" bIns="19025" anchor="t" anchorCtr="0">
            <a:noAutofit/>
          </a:bodyPr>
          <a:lstStyle/>
          <a:p>
            <a:pPr marL="0" indent="0">
              <a:lnSpc>
                <a:spcPct val="120000"/>
              </a:lnSpc>
              <a:spcBef>
                <a:spcPts val="0"/>
              </a:spcBef>
              <a:buNone/>
              <a:defRPr/>
            </a:pPr>
            <a:r>
              <a:rPr lang="ru-RU"/>
              <a:t>1. Методом прогнозирования определили потенциально опасные объекты на территории объекта, </a:t>
            </a:r>
            <a:r>
              <a:rPr lang="ru-RU"/>
              <a:t>н.п</a:t>
            </a:r>
            <a:r>
              <a:rPr lang="ru-RU"/>
              <a:t>. Перекаты и на территории, прилегающей к объекту. Ими являются:</a:t>
            </a:r>
            <a:endParaRPr/>
          </a:p>
          <a:p>
            <a:pPr marL="0" indent="0">
              <a:lnSpc>
                <a:spcPct val="120000"/>
              </a:lnSpc>
              <a:spcBef>
                <a:spcPts val="0"/>
              </a:spcBef>
              <a:buNone/>
              <a:defRPr/>
            </a:pPr>
            <a:endParaRPr lang="ru-RU"/>
          </a:p>
          <a:p>
            <a:pPr marL="285750" indent="-285750">
              <a:lnSpc>
                <a:spcPct val="120000"/>
              </a:lnSpc>
              <a:spcBef>
                <a:spcPts val="0"/>
              </a:spcBef>
              <a:buFont typeface="Arial"/>
              <a:buChar char="•"/>
              <a:defRPr/>
            </a:pPr>
            <a:r>
              <a:rPr lang="en-US"/>
              <a:t>химическое</a:t>
            </a:r>
            <a:r>
              <a:rPr lang="en-US"/>
              <a:t> </a:t>
            </a:r>
            <a:r>
              <a:rPr lang="en-US"/>
              <a:t>предприятие</a:t>
            </a:r>
            <a:r>
              <a:rPr lang="en-US"/>
              <a:t>.</a:t>
            </a:r>
            <a:endParaRPr lang="ru-RU"/>
          </a:p>
          <a:p>
            <a:pPr marL="0" indent="0">
              <a:lnSpc>
                <a:spcPct val="120000"/>
              </a:lnSpc>
              <a:spcBef>
                <a:spcPts val="0"/>
              </a:spcBef>
              <a:buNone/>
              <a:defRPr/>
            </a:pPr>
            <a:endParaRPr lang="ru-RU"/>
          </a:p>
          <a:p>
            <a:pPr marL="0" indent="0">
              <a:lnSpc>
                <a:spcPct val="120000"/>
              </a:lnSpc>
              <a:spcBef>
                <a:spcPts val="0"/>
              </a:spcBef>
              <a:buNone/>
              <a:defRPr/>
            </a:pPr>
            <a:r>
              <a:rPr lang="ru-RU"/>
              <a:t>2. В результате ЧС могут возникнуть следующие поражающие факторы:</a:t>
            </a:r>
            <a:endParaRPr lang="ru-RU"/>
          </a:p>
          <a:p>
            <a:pPr marL="0" indent="0">
              <a:lnSpc>
                <a:spcPct val="120000"/>
              </a:lnSpc>
              <a:spcBef>
                <a:spcPts val="0"/>
              </a:spcBef>
              <a:buNone/>
              <a:defRPr/>
            </a:pPr>
            <a:endParaRPr lang="ru-RU"/>
          </a:p>
          <a:p>
            <a:pPr marL="285750" indent="-285750">
              <a:lnSpc>
                <a:spcPct val="120000"/>
              </a:lnSpc>
              <a:spcBef>
                <a:spcPts val="0"/>
              </a:spcBef>
              <a:buFont typeface="Arial"/>
              <a:buChar char="•"/>
              <a:defRPr/>
            </a:pPr>
            <a:r>
              <a:rPr lang="en-US"/>
              <a:t>выброс</a:t>
            </a:r>
            <a:r>
              <a:rPr lang="en-US"/>
              <a:t> </a:t>
            </a:r>
            <a:r>
              <a:rPr lang="en-US"/>
              <a:t>Фосгена</a:t>
            </a:r>
            <a:r>
              <a:rPr lang="en-US"/>
              <a:t> </a:t>
            </a:r>
            <a:r>
              <a:rPr lang="en-US"/>
              <a:t>в</a:t>
            </a:r>
            <a:r>
              <a:rPr lang="en-US"/>
              <a:t> </a:t>
            </a:r>
            <a:r>
              <a:rPr lang="en-US"/>
              <a:t>количестве</a:t>
            </a:r>
            <a:r>
              <a:rPr lang="en-US"/>
              <a:t> </a:t>
            </a:r>
            <a:r>
              <a:rPr lang="zh-CN"/>
              <a:t>𝐺</a:t>
            </a:r>
            <a:r>
              <a:rPr lang="en-US"/>
              <a:t> = 85 </a:t>
            </a:r>
            <a:r>
              <a:rPr lang="en-US"/>
              <a:t>т</a:t>
            </a:r>
            <a:r>
              <a:rPr lang="en-US"/>
              <a:t> </a:t>
            </a:r>
            <a:r>
              <a:rPr lang="en-US"/>
              <a:t>при</a:t>
            </a:r>
            <a:r>
              <a:rPr lang="en-US"/>
              <a:t> </a:t>
            </a:r>
            <a:r>
              <a:rPr lang="en-US"/>
              <a:t>разрушении</a:t>
            </a:r>
            <a:r>
              <a:rPr lang="en-US"/>
              <a:t> </a:t>
            </a:r>
            <a:r>
              <a:rPr lang="en-US"/>
              <a:t>емкостей</a:t>
            </a:r>
            <a:r>
              <a:rPr lang="en-US"/>
              <a:t> </a:t>
            </a:r>
            <a:r>
              <a:rPr lang="en-US"/>
              <a:t>на</a:t>
            </a:r>
            <a:r>
              <a:rPr lang="en-US"/>
              <a:t> </a:t>
            </a:r>
            <a:r>
              <a:rPr lang="en-US"/>
              <a:t>химическом</a:t>
            </a:r>
            <a:r>
              <a:rPr lang="en-US"/>
              <a:t> </a:t>
            </a:r>
            <a:r>
              <a:rPr lang="en-US"/>
              <a:t>предприятии</a:t>
            </a:r>
            <a:endParaRPr lang="en-US"/>
          </a:p>
          <a:p>
            <a:pPr marL="0" lvl="0" indent="0" algn="l" rtl="0">
              <a:lnSpc>
                <a:spcPct val="120000"/>
              </a:lnSpc>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6745721"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3</a:t>
            </a:r>
            <a:r>
              <a:rPr lang="en-US"/>
              <a:t>. Задачи</a:t>
            </a:r>
            <a:endParaRPr/>
          </a:p>
        </p:txBody>
      </p:sp>
      <p:sp>
        <p:nvSpPr>
          <p:cNvPr id="1456121019"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6</a:t>
            </a:fld>
            <a:endParaRPr sz="1400">
              <a:solidFill>
                <a:srgbClr val="000000"/>
              </a:solidFill>
            </a:endParaRPr>
          </a:p>
        </p:txBody>
      </p:sp>
      <p:sp>
        <p:nvSpPr>
          <p:cNvPr id="1147497925" name="TextBox 1"/>
          <p:cNvSpPr txBox="1"/>
          <p:nvPr/>
        </p:nvSpPr>
        <p:spPr bwMode="auto">
          <a:xfrm>
            <a:off x="530678" y="1061356"/>
            <a:ext cx="7960178" cy="33547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a:solidFill>
                  <a:srgbClr val="111827"/>
                </a:solidFill>
              </a:rPr>
              <a:t>Расстояние от химического предприятия до </a:t>
            </a:r>
            <a:r>
              <a:rPr lang="ru-RU" sz="1800">
                <a:solidFill>
                  <a:srgbClr val="111827"/>
                </a:solidFill>
              </a:rPr>
              <a:t>н.п</a:t>
            </a:r>
            <a:r>
              <a:rPr lang="ru-RU" sz="1800">
                <a:solidFill>
                  <a:srgbClr val="111827"/>
                </a:solidFill>
              </a:rPr>
              <a:t>. Перекаты R₂ = 3,89 км;</a:t>
            </a:r>
            <a:endParaRPr lang="ru-RU" sz="1800"/>
          </a:p>
          <a:p>
            <a:pPr>
              <a:defRPr/>
            </a:pPr>
            <a:r>
              <a:rPr lang="ru-RU" sz="1800">
                <a:solidFill>
                  <a:srgbClr val="111827"/>
                </a:solidFill>
              </a:rPr>
              <a:t>Определить:</a:t>
            </a:r>
            <a:endParaRPr lang="ru-RU" sz="1800"/>
          </a:p>
          <a:p>
            <a:pPr>
              <a:defRPr/>
            </a:pPr>
            <a:endParaRPr lang="ru-RU" sz="1800">
              <a:solidFill>
                <a:srgbClr val="111827"/>
              </a:solidFill>
            </a:endParaRPr>
          </a:p>
          <a:p>
            <a:pPr marL="285750" indent="-285750">
              <a:buChar char="•"/>
              <a:defRPr/>
            </a:pPr>
            <a:r>
              <a:rPr lang="ru-RU" sz="1800">
                <a:solidFill>
                  <a:srgbClr val="2C2C36"/>
                </a:solidFill>
              </a:rPr>
              <a:t>параметры зоны химического загрязнения – площадь разлива АХОВ,</a:t>
            </a:r>
            <a:endParaRPr lang="ru-RU" sz="1800"/>
          </a:p>
          <a:p>
            <a:pPr marL="285750" indent="-285750">
              <a:buChar char="•"/>
              <a:defRPr/>
            </a:pPr>
            <a:r>
              <a:rPr lang="ru-RU" sz="1800">
                <a:solidFill>
                  <a:srgbClr val="2C2C36"/>
                </a:solidFill>
              </a:rPr>
              <a:t>глубину и ширину зоны химического загрязнения;</a:t>
            </a:r>
            <a:endParaRPr lang="ru-RU" sz="1800"/>
          </a:p>
          <a:p>
            <a:pPr marL="285750" indent="-285750">
              <a:buChar char="•"/>
              <a:defRPr/>
            </a:pPr>
            <a:r>
              <a:rPr lang="ru-RU" sz="1800">
                <a:solidFill>
                  <a:srgbClr val="2C2C36"/>
                </a:solidFill>
              </a:rPr>
              <a:t>время подхода зараженного воздуха к объекту связи;</a:t>
            </a:r>
            <a:endParaRPr lang="ru-RU" sz="1800"/>
          </a:p>
          <a:p>
            <a:pPr marL="285750" indent="-285750">
              <a:buChar char="•"/>
              <a:defRPr/>
            </a:pPr>
            <a:r>
              <a:rPr lang="ru-RU" sz="1800">
                <a:solidFill>
                  <a:srgbClr val="2C2C36"/>
                </a:solidFill>
              </a:rPr>
              <a:t>время поражающего действия АХОВ;</a:t>
            </a:r>
            <a:endParaRPr lang="ru-RU" sz="1800"/>
          </a:p>
          <a:p>
            <a:pPr marL="285750" indent="-285750">
              <a:buChar char="•"/>
              <a:defRPr/>
            </a:pPr>
            <a:r>
              <a:rPr lang="ru-RU" sz="1800">
                <a:solidFill>
                  <a:srgbClr val="2C2C36"/>
                </a:solidFill>
              </a:rPr>
              <a:t>возможные потери среди работников объекта связи.</a:t>
            </a:r>
            <a:endParaRPr lang="ru-RU" sz="1800"/>
          </a:p>
          <a:p>
            <a:pPr>
              <a:defRPr/>
            </a:pPr>
            <a:endParaRPr lang="ru-RU" sz="1800">
              <a:solidFill>
                <a:srgbClr val="111827"/>
              </a:solidFill>
            </a:endParaRPr>
          </a:p>
          <a:p>
            <a:pPr>
              <a:defRPr/>
            </a:pPr>
            <a:r>
              <a:rPr lang="ru-RU" sz="1800">
                <a:solidFill>
                  <a:srgbClr val="111827"/>
                </a:solidFill>
              </a:rPr>
              <a:t>Сделать выводы.</a:t>
            </a:r>
            <a:br>
              <a:rPr lang="ru-RU" sz="1800"/>
            </a:br>
            <a:r>
              <a:rPr lang="ru-RU" sz="1800">
                <a:solidFill>
                  <a:srgbClr val="111827"/>
                </a:solidFill>
              </a:rPr>
              <a:t>Выработать предложения.</a:t>
            </a:r>
            <a:endParaRPr lang="ru-RU" sz="1800"/>
          </a:p>
          <a:p>
            <a:pPr algn="l">
              <a:defRPr/>
            </a:pPr>
            <a:endParaRPr lang="ru-RU"/>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0173172"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285945216"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7</a:t>
            </a:fld>
            <a:endParaRPr sz="1400">
              <a:solidFill>
                <a:srgbClr val="000000"/>
              </a:solidFill>
            </a:endParaRPr>
          </a:p>
        </p:txBody>
      </p:sp>
      <p:pic>
        <p:nvPicPr>
          <p:cNvPr id="1754853329" name="Рисунок 1" descr="Изображение выглядит как текст, визитная карточка, снимок экрана, Шрифт&#10;&#10;Содержимое, созданное искусственным интеллектом, может быть неверным."/>
          <p:cNvPicPr>
            <a:picLocks noChangeAspect="1"/>
          </p:cNvPicPr>
          <p:nvPr/>
        </p:nvPicPr>
        <p:blipFill rotWithShape="1">
          <a:blip r:embed="rId3"/>
          <a:stretch/>
        </p:blipFill>
        <p:spPr bwMode="auto">
          <a:xfrm>
            <a:off x="525162" y="864594"/>
            <a:ext cx="8033658" cy="2645324"/>
          </a:xfrm>
          <a:prstGeom prst="rect">
            <a:avLst/>
          </a:prstGeom>
        </p:spPr>
      </p:pic>
      <p:pic>
        <p:nvPicPr>
          <p:cNvPr id="646590878" name="Рисунок 2" descr="Изображение выглядит как текст, Шрифт, дизайн, типография&#10;&#10;Содержимое, созданное искусственным интеллектом, может быть неверным."/>
          <p:cNvPicPr>
            <a:picLocks noChangeAspect="1"/>
          </p:cNvPicPr>
          <p:nvPr/>
        </p:nvPicPr>
        <p:blipFill rotWithShape="1">
          <a:blip r:embed="rId4"/>
          <a:stretch/>
        </p:blipFill>
        <p:spPr bwMode="auto">
          <a:xfrm>
            <a:off x="523875" y="3470502"/>
            <a:ext cx="666750" cy="1419225"/>
          </a:xfrm>
          <a:prstGeom prst="rect">
            <a:avLst/>
          </a:prstGeom>
        </p:spPr>
      </p:pic>
      <p:pic>
        <p:nvPicPr>
          <p:cNvPr id="2022046757" name="Рисунок 4" descr="Изображение выглядит как Шрифт, текст, Графика, белый&#10;&#10;Содержимое, созданное искусственным интеллектом, может быть неверным."/>
          <p:cNvPicPr>
            <a:picLocks noChangeAspect="1"/>
          </p:cNvPicPr>
          <p:nvPr/>
        </p:nvPicPr>
        <p:blipFill rotWithShape="1">
          <a:blip r:embed="rId5"/>
          <a:stretch/>
        </p:blipFill>
        <p:spPr bwMode="auto">
          <a:xfrm>
            <a:off x="1176967" y="3469167"/>
            <a:ext cx="1161332" cy="652912"/>
          </a:xfrm>
          <a:prstGeom prst="rect">
            <a:avLst/>
          </a:prstGeom>
        </p:spPr>
      </p:pic>
      <p:pic>
        <p:nvPicPr>
          <p:cNvPr id="1183760614" name="Рисунок 5"/>
          <p:cNvPicPr>
            <a:picLocks noChangeAspect="1"/>
          </p:cNvPicPr>
          <p:nvPr/>
        </p:nvPicPr>
        <p:blipFill rotWithShape="1">
          <a:blip r:embed="rId6"/>
          <a:stretch/>
        </p:blipFill>
        <p:spPr bwMode="auto">
          <a:xfrm>
            <a:off x="1173283" y="4418972"/>
            <a:ext cx="1050086" cy="338407"/>
          </a:xfrm>
          <a:prstGeom prst="rect">
            <a:avLst/>
          </a:prstGeom>
        </p:spPr>
      </p:pic>
      <p:pic>
        <p:nvPicPr>
          <p:cNvPr id="1608991695" name="Рукописный ввод 3"/>
          <p:cNvPicPr/>
          <p:nvPr/>
        </p:nvPicPr>
        <p:blipFill rotWithShape="1">
          <a:blip r:embed="rId7"/>
          <a:stretch/>
        </p:blipFill>
        <p:spPr bwMode="auto">
          <a:xfrm>
            <a:off x="4110901" y="1283800"/>
            <a:ext cx="262495" cy="245379"/>
          </a:xfrm>
          <a:prstGeom prst="rect">
            <a:avLst/>
          </a:prstGeom>
        </p:spPr>
      </p:pic>
      <p:pic>
        <p:nvPicPr>
          <p:cNvPr id="1797935069" name="Рукописный ввод 6"/>
          <p:cNvPicPr/>
          <p:nvPr/>
        </p:nvPicPr>
        <p:blipFill rotWithShape="1">
          <a:blip r:embed="rId8"/>
          <a:stretch/>
        </p:blipFill>
        <p:spPr bwMode="auto">
          <a:xfrm>
            <a:off x="2885766" y="1136332"/>
            <a:ext cx="1542488" cy="451145"/>
          </a:xfrm>
          <a:prstGeom prst="rect">
            <a:avLst/>
          </a:prstGeom>
        </p:spPr>
      </p:pic>
      <p:pic>
        <p:nvPicPr>
          <p:cNvPr id="1920715584" name="Рукописный ввод 7"/>
          <p:cNvPicPr/>
          <p:nvPr/>
        </p:nvPicPr>
        <p:blipFill rotWithShape="1">
          <a:blip r:embed="rId9"/>
          <a:stretch/>
        </p:blipFill>
        <p:spPr bwMode="auto">
          <a:xfrm>
            <a:off x="4187897" y="1396978"/>
            <a:ext cx="371673" cy="160643"/>
          </a:xfrm>
          <a:prstGeom prst="rect">
            <a:avLst/>
          </a:prstGeom>
        </p:spPr>
      </p:pic>
      <p:sp>
        <p:nvSpPr>
          <p:cNvPr id="134393693" name="TextBox 8"/>
          <p:cNvSpPr txBox="1"/>
          <p:nvPr/>
        </p:nvSpPr>
        <p:spPr bwMode="auto">
          <a:xfrm>
            <a:off x="3121839" y="1198609"/>
            <a:ext cx="1242109"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lgn="l">
              <a:defRPr/>
            </a:pPr>
            <a:r>
              <a:rPr lang="ru-RU" sz="1800"/>
              <a:t>Фосгена</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6620656"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37377092"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8</a:t>
            </a:fld>
            <a:endParaRPr sz="1400">
              <a:solidFill>
                <a:srgbClr val="000000"/>
              </a:solidFill>
            </a:endParaRPr>
          </a:p>
        </p:txBody>
      </p:sp>
      <p:pic>
        <p:nvPicPr>
          <p:cNvPr id="117561538" name="Рисунок 1" descr="Изображение выглядит как текст, снимок экрана, Шрифт, линия&#10;&#10;Содержимое, созданное искусственным интеллектом, может быть неверным."/>
          <p:cNvPicPr>
            <a:picLocks noChangeAspect="1"/>
          </p:cNvPicPr>
          <p:nvPr/>
        </p:nvPicPr>
        <p:blipFill rotWithShape="1">
          <a:blip r:embed="rId3"/>
          <a:stretch/>
        </p:blipFill>
        <p:spPr bwMode="auto">
          <a:xfrm>
            <a:off x="432486" y="1089272"/>
            <a:ext cx="8279028" cy="2308504"/>
          </a:xfrm>
          <a:prstGeom prst="rect">
            <a:avLst/>
          </a:prstGeom>
        </p:spPr>
      </p:pic>
      <p:pic>
        <p:nvPicPr>
          <p:cNvPr id="1738745050" name="Рисунок 2" descr="Изображение выглядит как Шрифт, текст, белый, типография&#10;&#10;Содержимое, созданное искусственным интеллектом, может быть неверным."/>
          <p:cNvPicPr>
            <a:picLocks noChangeAspect="1"/>
          </p:cNvPicPr>
          <p:nvPr/>
        </p:nvPicPr>
        <p:blipFill rotWithShape="1">
          <a:blip r:embed="rId4"/>
          <a:stretch/>
        </p:blipFill>
        <p:spPr bwMode="auto">
          <a:xfrm>
            <a:off x="445358" y="3438268"/>
            <a:ext cx="762000" cy="1371600"/>
          </a:xfrm>
          <a:prstGeom prst="rect">
            <a:avLst/>
          </a:prstGeom>
        </p:spPr>
      </p:pic>
      <p:pic>
        <p:nvPicPr>
          <p:cNvPr id="1543082052" name="Рисунок 4" descr="Изображение выглядит как Шрифт, число, текст, линия&#10;&#10;Содержимое, созданное искусственным интеллектом, может быть неверным."/>
          <p:cNvPicPr>
            <a:picLocks noChangeAspect="1"/>
          </p:cNvPicPr>
          <p:nvPr/>
        </p:nvPicPr>
        <p:blipFill rotWithShape="1">
          <a:blip r:embed="rId5"/>
          <a:stretch/>
        </p:blipFill>
        <p:spPr bwMode="auto">
          <a:xfrm>
            <a:off x="1212102" y="3414533"/>
            <a:ext cx="1436119" cy="686699"/>
          </a:xfrm>
          <a:prstGeom prst="rect">
            <a:avLst/>
          </a:prstGeom>
        </p:spPr>
      </p:pic>
      <p:sp>
        <p:nvSpPr>
          <p:cNvPr id="1214471434" name="TextBox 6"/>
          <p:cNvSpPr txBox="1"/>
          <p:nvPr/>
        </p:nvSpPr>
        <p:spPr bwMode="auto">
          <a:xfrm>
            <a:off x="1215400" y="4321294"/>
            <a:ext cx="12874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b="1"/>
              <a:t>19.52</a:t>
            </a:r>
            <a:r>
              <a:rPr lang="ru-RU" sz="1800"/>
              <a:t> м</a:t>
            </a:r>
            <a:endParaRPr/>
          </a:p>
        </p:txBody>
      </p:sp>
      <p:sp>
        <p:nvSpPr>
          <p:cNvPr id="2020697658" name="TextBox 3"/>
          <p:cNvSpPr txBox="1"/>
          <p:nvPr/>
        </p:nvSpPr>
        <p:spPr bwMode="auto">
          <a:xfrm>
            <a:off x="3335063" y="3039013"/>
            <a:ext cx="1565074"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lgn="l">
              <a:defRPr/>
            </a:pPr>
            <a:r>
              <a:rPr lang="ru-RU" sz="1800"/>
              <a:t>Фосгена</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2076275"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955505540"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9</a:t>
            </a:fld>
            <a:endParaRPr sz="1400">
              <a:solidFill>
                <a:srgbClr val="000000"/>
              </a:solidFill>
            </a:endParaRPr>
          </a:p>
        </p:txBody>
      </p:sp>
      <p:pic>
        <p:nvPicPr>
          <p:cNvPr id="670485540" name="Рисунок 1" descr="Изображение выглядит как текст, снимок экрана, Шрифт, визитная карточка&#10;&#10;Содержимое, созданное искусственным интеллектом, может быть неверным."/>
          <p:cNvPicPr>
            <a:picLocks noChangeAspect="1"/>
          </p:cNvPicPr>
          <p:nvPr/>
        </p:nvPicPr>
        <p:blipFill rotWithShape="1">
          <a:blip r:embed="rId3"/>
          <a:stretch/>
        </p:blipFill>
        <p:spPr bwMode="auto">
          <a:xfrm>
            <a:off x="538843" y="1020202"/>
            <a:ext cx="8066315" cy="1887942"/>
          </a:xfrm>
          <a:prstGeom prst="rect">
            <a:avLst/>
          </a:prstGeom>
        </p:spPr>
      </p:pic>
      <p:pic>
        <p:nvPicPr>
          <p:cNvPr id="349241037" name="Рисунок 2" descr="Изображение выглядит как текст, Шрифт, число, типография&#10;&#10;Содержимое, созданное искусственным интеллектом, может быть неверным."/>
          <p:cNvPicPr>
            <a:picLocks noChangeAspect="1"/>
          </p:cNvPicPr>
          <p:nvPr/>
        </p:nvPicPr>
        <p:blipFill rotWithShape="1">
          <a:blip r:embed="rId4"/>
          <a:stretch/>
        </p:blipFill>
        <p:spPr bwMode="auto">
          <a:xfrm>
            <a:off x="445358" y="2910274"/>
            <a:ext cx="1333500" cy="1238250"/>
          </a:xfrm>
          <a:prstGeom prst="rect">
            <a:avLst/>
          </a:prstGeom>
        </p:spPr>
      </p:pic>
      <p:sp>
        <p:nvSpPr>
          <p:cNvPr id="1956160219" name="TextBox 4"/>
          <p:cNvSpPr txBox="1"/>
          <p:nvPr/>
        </p:nvSpPr>
        <p:spPr bwMode="auto">
          <a:xfrm>
            <a:off x="1796142" y="3071812"/>
            <a:ext cx="13471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b="1"/>
              <a:t>2 * 19.52</a:t>
            </a:r>
            <a:endParaRPr/>
          </a:p>
        </p:txBody>
      </p:sp>
      <p:sp>
        <p:nvSpPr>
          <p:cNvPr id="565883418" name="TextBox 5"/>
          <p:cNvSpPr txBox="1"/>
          <p:nvPr/>
        </p:nvSpPr>
        <p:spPr bwMode="auto">
          <a:xfrm>
            <a:off x="1796141" y="3674203"/>
            <a:ext cx="13471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b="1"/>
              <a:t>39.04 м</a:t>
            </a:r>
            <a:endParaRPr/>
          </a:p>
        </p:txBody>
      </p:sp>
      <p:sp>
        <p:nvSpPr>
          <p:cNvPr id="1676739971" name="TextBox 3"/>
          <p:cNvSpPr txBox="1"/>
          <p:nvPr/>
        </p:nvSpPr>
        <p:spPr bwMode="auto">
          <a:xfrm>
            <a:off x="3792572" y="2461430"/>
            <a:ext cx="1562988"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lgn="l">
              <a:defRPr/>
            </a:pPr>
            <a:r>
              <a:rPr lang="ru-RU" sz="1800"/>
              <a:t>Фосгена</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8297491"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160422581"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10</a:t>
            </a:fld>
            <a:endParaRPr sz="1400">
              <a:solidFill>
                <a:srgbClr val="000000"/>
              </a:solidFill>
            </a:endParaRPr>
          </a:p>
        </p:txBody>
      </p:sp>
      <p:sp>
        <p:nvSpPr>
          <p:cNvPr id="1079327187" name="TextBox 4"/>
          <p:cNvSpPr txBox="1"/>
          <p:nvPr/>
        </p:nvSpPr>
        <p:spPr bwMode="auto">
          <a:xfrm>
            <a:off x="463280" y="849347"/>
            <a:ext cx="8281139"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a:solidFill>
                  <a:srgbClr val="111827"/>
                </a:solidFill>
              </a:rPr>
              <a:t>1. Определяем параметры зоны химического загрязнения:</a:t>
            </a:r>
            <a:endParaRPr lang="ru-RU" sz="1800"/>
          </a:p>
          <a:p>
            <a:pPr>
              <a:defRPr/>
            </a:pPr>
            <a:r>
              <a:rPr lang="ru-RU" sz="1800">
                <a:solidFill>
                  <a:srgbClr val="111827"/>
                </a:solidFill>
              </a:rPr>
              <a:t>1.3. Определяем глубину зоны химического загрязнения для вертикальной устойчивости воздуха — инверсия, изотермия и конвекция:</a:t>
            </a:r>
            <a:endParaRPr lang="ru-RU" sz="1800"/>
          </a:p>
          <a:p>
            <a:pPr>
              <a:defRPr/>
            </a:pPr>
            <a:r>
              <a:rPr lang="ru-RU" sz="1800" i="1">
                <a:solidFill>
                  <a:srgbClr val="2C2C36"/>
                </a:solidFill>
              </a:rPr>
              <a:t>Ёмкости не обвалованы, при скорость ветра 4 м/с.</a:t>
            </a:r>
            <a:endParaRPr lang="ru-RU" sz="1800"/>
          </a:p>
          <a:p>
            <a:pPr marL="285750" indent="-285750">
              <a:buChar char="•"/>
              <a:defRPr/>
            </a:pPr>
            <a:r>
              <a:rPr lang="ru-RU" sz="1800">
                <a:solidFill>
                  <a:srgbClr val="111827"/>
                </a:solidFill>
              </a:rPr>
              <a:t>При изотермии</a:t>
            </a:r>
            <a:r>
              <a:rPr lang="ru-RU" sz="1800">
                <a:solidFill>
                  <a:srgbClr val="2C2C36"/>
                </a:solidFill>
              </a:rPr>
              <a:t>  </a:t>
            </a:r>
            <a:r>
              <a:rPr lang="ru-RU" sz="1800">
                <a:solidFill>
                  <a:srgbClr val="2C2C36"/>
                </a:solidFill>
              </a:rPr>
              <a:t>Гизот</a:t>
            </a:r>
            <a:r>
              <a:rPr lang="ru-RU" sz="1800">
                <a:solidFill>
                  <a:srgbClr val="2C2C36"/>
                </a:solidFill>
              </a:rPr>
              <a:t> = 19 × 0,5 = </a:t>
            </a:r>
            <a:r>
              <a:rPr lang="ru-RU" sz="1800" b="1">
                <a:solidFill>
                  <a:srgbClr val="2C2C36"/>
                </a:solidFill>
              </a:rPr>
              <a:t>9.5</a:t>
            </a:r>
            <a:r>
              <a:rPr lang="ru-RU" sz="1800">
                <a:solidFill>
                  <a:srgbClr val="111827"/>
                </a:solidFill>
              </a:rPr>
              <a:t> км</a:t>
            </a:r>
            <a:endParaRPr lang="ru-RU" sz="1800"/>
          </a:p>
          <a:p>
            <a:pPr marL="285750" indent="-285750">
              <a:buChar char="•"/>
              <a:defRPr/>
            </a:pPr>
            <a:r>
              <a:rPr lang="ru-RU" sz="1800">
                <a:solidFill>
                  <a:srgbClr val="111827"/>
                </a:solidFill>
              </a:rPr>
              <a:t>При инверсии</a:t>
            </a:r>
            <a:r>
              <a:rPr lang="ru-RU" sz="1800">
                <a:solidFill>
                  <a:srgbClr val="2C2C36"/>
                </a:solidFill>
              </a:rPr>
              <a:t>  </a:t>
            </a:r>
            <a:r>
              <a:rPr lang="ru-RU" sz="1800">
                <a:solidFill>
                  <a:srgbClr val="2C2C36"/>
                </a:solidFill>
              </a:rPr>
              <a:t>Гинв</a:t>
            </a:r>
            <a:r>
              <a:rPr lang="ru-RU" sz="1800">
                <a:solidFill>
                  <a:srgbClr val="2C2C36"/>
                </a:solidFill>
              </a:rPr>
              <a:t> = 19 × 5 × 0,38 = </a:t>
            </a:r>
            <a:r>
              <a:rPr lang="ru-RU" sz="1800" b="1">
                <a:solidFill>
                  <a:srgbClr val="2C2C36"/>
                </a:solidFill>
              </a:rPr>
              <a:t>36.1</a:t>
            </a:r>
            <a:r>
              <a:rPr lang="ru-RU" sz="1800">
                <a:solidFill>
                  <a:srgbClr val="111827"/>
                </a:solidFill>
              </a:rPr>
              <a:t> км</a:t>
            </a:r>
            <a:endParaRPr lang="ru-RU" sz="1800"/>
          </a:p>
          <a:p>
            <a:pPr marL="285750" indent="-285750">
              <a:buChar char="•"/>
              <a:defRPr/>
            </a:pPr>
            <a:r>
              <a:rPr lang="ru-RU" sz="1800">
                <a:solidFill>
                  <a:srgbClr val="111827"/>
                </a:solidFill>
              </a:rPr>
              <a:t>При конвекции</a:t>
            </a:r>
            <a:r>
              <a:rPr lang="ru-RU" sz="1800">
                <a:solidFill>
                  <a:srgbClr val="2C2C36"/>
                </a:solidFill>
              </a:rPr>
              <a:t>  </a:t>
            </a:r>
            <a:r>
              <a:rPr lang="ru-RU" sz="1800">
                <a:solidFill>
                  <a:srgbClr val="2C2C36"/>
                </a:solidFill>
              </a:rPr>
              <a:t>Гконв</a:t>
            </a:r>
            <a:r>
              <a:rPr lang="ru-RU" sz="1800">
                <a:solidFill>
                  <a:srgbClr val="2C2C36"/>
                </a:solidFill>
              </a:rPr>
              <a:t> = 19 / 5 × 0,55 = </a:t>
            </a:r>
            <a:r>
              <a:rPr lang="ru-RU" sz="1800" b="1">
                <a:solidFill>
                  <a:srgbClr val="2C2C36"/>
                </a:solidFill>
              </a:rPr>
              <a:t>2.09</a:t>
            </a:r>
            <a:r>
              <a:rPr lang="ru-RU" sz="1800">
                <a:solidFill>
                  <a:srgbClr val="111827"/>
                </a:solidFill>
              </a:rPr>
              <a:t> км</a:t>
            </a:r>
            <a:endParaRPr lang="ru-RU" sz="1800"/>
          </a:p>
          <a:p>
            <a:pPr>
              <a:defRPr/>
            </a:pPr>
            <a:br>
              <a:rPr lang="en-US"/>
            </a:b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8846102"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1215221920"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11</a:t>
            </a:fld>
            <a:endParaRPr sz="1400">
              <a:solidFill>
                <a:srgbClr val="000000"/>
              </a:solidFill>
            </a:endParaRPr>
          </a:p>
        </p:txBody>
      </p:sp>
      <p:sp>
        <p:nvSpPr>
          <p:cNvPr id="1656674910" name="TextBox 1"/>
          <p:cNvSpPr txBox="1"/>
          <p:nvPr/>
        </p:nvSpPr>
        <p:spPr bwMode="auto">
          <a:xfrm>
            <a:off x="346982" y="816429"/>
            <a:ext cx="8511267" cy="2523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a:solidFill>
                  <a:srgbClr val="111827"/>
                </a:solidFill>
              </a:rPr>
              <a:t>1. Определяем параметры зоны химического загрязнения:</a:t>
            </a:r>
            <a:endParaRPr lang="ru-RU" sz="1800"/>
          </a:p>
          <a:p>
            <a:pPr>
              <a:defRPr/>
            </a:pPr>
            <a:r>
              <a:rPr lang="ru-RU" sz="1800">
                <a:solidFill>
                  <a:srgbClr val="111827"/>
                </a:solidFill>
              </a:rPr>
              <a:t>1.3. Определяем ширину зоны химического загрязнения для вертикальной устойчивости воздуха — инверсия, изотермия и конвекция:</a:t>
            </a:r>
            <a:endParaRPr lang="ru-RU" sz="1800"/>
          </a:p>
          <a:p>
            <a:pPr>
              <a:defRPr/>
            </a:pPr>
            <a:r>
              <a:rPr lang="ru-RU" sz="1800" i="1">
                <a:solidFill>
                  <a:srgbClr val="2C2C36"/>
                </a:solidFill>
              </a:rPr>
              <a:t>Ёмкости не обвалованы, при скорость ветра 2 м/с.</a:t>
            </a:r>
            <a:endParaRPr lang="ru-RU" sz="1800"/>
          </a:p>
          <a:p>
            <a:pPr marL="285750" indent="-285750">
              <a:buChar char="•"/>
              <a:defRPr/>
            </a:pPr>
            <a:r>
              <a:rPr lang="ru-RU" sz="1800">
                <a:solidFill>
                  <a:srgbClr val="111827"/>
                </a:solidFill>
              </a:rPr>
              <a:t>При изотермии</a:t>
            </a:r>
            <a:r>
              <a:rPr lang="ru-RU" sz="1800">
                <a:solidFill>
                  <a:srgbClr val="2C2C36"/>
                </a:solidFill>
              </a:rPr>
              <a:t>  </a:t>
            </a:r>
            <a:r>
              <a:rPr lang="ru-RU" sz="1800">
                <a:solidFill>
                  <a:srgbClr val="2C2C36"/>
                </a:solidFill>
              </a:rPr>
              <a:t>Шизот</a:t>
            </a:r>
            <a:r>
              <a:rPr lang="ru-RU" sz="1800">
                <a:solidFill>
                  <a:srgbClr val="2C2C36"/>
                </a:solidFill>
              </a:rPr>
              <a:t> = </a:t>
            </a:r>
            <a:r>
              <a:rPr lang="ru-RU" sz="1800">
                <a:solidFill>
                  <a:srgbClr val="2C2C36"/>
                </a:solidFill>
              </a:rPr>
              <a:t>Гизот</a:t>
            </a:r>
            <a:r>
              <a:rPr lang="ru-RU" sz="1800">
                <a:solidFill>
                  <a:srgbClr val="2C2C36"/>
                </a:solidFill>
              </a:rPr>
              <a:t> × 0,15 = 9.5 × 0,15 = </a:t>
            </a:r>
            <a:r>
              <a:rPr lang="ru-RU" sz="1800" b="1">
                <a:solidFill>
                  <a:srgbClr val="2C2C36"/>
                </a:solidFill>
              </a:rPr>
              <a:t>1.425</a:t>
            </a:r>
            <a:endParaRPr lang="ru-RU" sz="1800" b="1">
              <a:solidFill>
                <a:srgbClr val="111827"/>
              </a:solidFill>
            </a:endParaRPr>
          </a:p>
          <a:p>
            <a:pPr marL="285750" indent="-285750">
              <a:buChar char="•"/>
              <a:defRPr/>
            </a:pPr>
            <a:r>
              <a:rPr lang="ru-RU" sz="1800">
                <a:solidFill>
                  <a:srgbClr val="111827"/>
                </a:solidFill>
              </a:rPr>
              <a:t>При инверсии</a:t>
            </a:r>
            <a:r>
              <a:rPr lang="ru-RU" sz="1800">
                <a:solidFill>
                  <a:srgbClr val="2C2C36"/>
                </a:solidFill>
              </a:rPr>
              <a:t>  </a:t>
            </a:r>
            <a:r>
              <a:rPr lang="ru-RU" sz="1800">
                <a:solidFill>
                  <a:srgbClr val="2C2C36"/>
                </a:solidFill>
              </a:rPr>
              <a:t>Шинв</a:t>
            </a:r>
            <a:r>
              <a:rPr lang="ru-RU" sz="1800">
                <a:solidFill>
                  <a:srgbClr val="2C2C36"/>
                </a:solidFill>
              </a:rPr>
              <a:t> = </a:t>
            </a:r>
            <a:r>
              <a:rPr lang="ru-RU" sz="1800">
                <a:solidFill>
                  <a:srgbClr val="2C2C36"/>
                </a:solidFill>
              </a:rPr>
              <a:t>Гинв</a:t>
            </a:r>
            <a:r>
              <a:rPr lang="ru-RU" sz="1800">
                <a:solidFill>
                  <a:srgbClr val="2C2C36"/>
                </a:solidFill>
              </a:rPr>
              <a:t> × 0,03 = 36.1 × 0,03 = </a:t>
            </a:r>
            <a:r>
              <a:rPr lang="ru-RU" sz="1800" b="1">
                <a:solidFill>
                  <a:srgbClr val="111827"/>
                </a:solidFill>
              </a:rPr>
              <a:t>1.083</a:t>
            </a:r>
            <a:endParaRPr lang="ru-RU" sz="1800" b="1"/>
          </a:p>
          <a:p>
            <a:pPr marL="285750" indent="-285750">
              <a:buChar char="•"/>
              <a:defRPr/>
            </a:pPr>
            <a:r>
              <a:rPr lang="ru-RU" sz="1800">
                <a:solidFill>
                  <a:srgbClr val="111827"/>
                </a:solidFill>
              </a:rPr>
              <a:t>При конвекции</a:t>
            </a:r>
            <a:r>
              <a:rPr lang="ru-RU" sz="1800">
                <a:solidFill>
                  <a:srgbClr val="2C2C36"/>
                </a:solidFill>
              </a:rPr>
              <a:t>  </a:t>
            </a:r>
            <a:r>
              <a:rPr lang="ru-RU" sz="1800">
                <a:solidFill>
                  <a:srgbClr val="2C2C36"/>
                </a:solidFill>
              </a:rPr>
              <a:t>Шконв</a:t>
            </a:r>
            <a:r>
              <a:rPr lang="ru-RU" sz="1800">
                <a:solidFill>
                  <a:srgbClr val="2C2C36"/>
                </a:solidFill>
              </a:rPr>
              <a:t> = </a:t>
            </a:r>
            <a:r>
              <a:rPr lang="ru-RU" sz="1800">
                <a:solidFill>
                  <a:srgbClr val="2C2C36"/>
                </a:solidFill>
              </a:rPr>
              <a:t>Гконв</a:t>
            </a:r>
            <a:r>
              <a:rPr lang="ru-RU" sz="1800">
                <a:solidFill>
                  <a:srgbClr val="2C2C36"/>
                </a:solidFill>
              </a:rPr>
              <a:t> × 0,8 = 2.09 × 0,8 = </a:t>
            </a:r>
            <a:r>
              <a:rPr lang="ru-RU" sz="1800" b="1">
                <a:solidFill>
                  <a:srgbClr val="2C2C36"/>
                </a:solidFill>
              </a:rPr>
              <a:t>1.672</a:t>
            </a:r>
            <a:endParaRPr lang="ru-RU" sz="1800" b="1">
              <a:solidFill>
                <a:srgbClr val="111827"/>
              </a:solidFill>
            </a:endParaRPr>
          </a:p>
          <a:p>
            <a:pPr>
              <a:defRPr/>
            </a:pPr>
            <a:br>
              <a:rPr lang="en-US"/>
            </a:b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6537521"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1056431374"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12</a:t>
            </a:fld>
            <a:endParaRPr sz="1400">
              <a:solidFill>
                <a:srgbClr val="000000"/>
              </a:solidFill>
            </a:endParaRPr>
          </a:p>
        </p:txBody>
      </p:sp>
      <p:pic>
        <p:nvPicPr>
          <p:cNvPr id="752722398" name="Рисунок 1" descr="Изображение выглядит как текст, снимок экрана, визитная карточка, Шрифт&#10;&#10;Содержимое, созданное искусственным интеллектом, может быть неверным."/>
          <p:cNvPicPr>
            <a:picLocks noChangeAspect="1"/>
          </p:cNvPicPr>
          <p:nvPr/>
        </p:nvPicPr>
        <p:blipFill rotWithShape="1">
          <a:blip r:embed="rId3"/>
          <a:stretch/>
        </p:blipFill>
        <p:spPr bwMode="auto">
          <a:xfrm>
            <a:off x="486547" y="911635"/>
            <a:ext cx="8170907" cy="2007324"/>
          </a:xfrm>
          <a:prstGeom prst="rect">
            <a:avLst/>
          </a:prstGeom>
        </p:spPr>
      </p:pic>
      <p:pic>
        <p:nvPicPr>
          <p:cNvPr id="1561690691" name="Рисунок 2" descr="Изображение выглядит как текст, Шрифт, белый, типография&#10;&#10;Содержимое, созданное искусственным интеллектом, может быть неверным."/>
          <p:cNvPicPr>
            <a:picLocks noChangeAspect="1"/>
          </p:cNvPicPr>
          <p:nvPr/>
        </p:nvPicPr>
        <p:blipFill rotWithShape="1">
          <a:blip r:embed="rId4"/>
          <a:stretch/>
        </p:blipFill>
        <p:spPr bwMode="auto">
          <a:xfrm>
            <a:off x="444586" y="3184568"/>
            <a:ext cx="933450" cy="1400175"/>
          </a:xfrm>
          <a:prstGeom prst="rect">
            <a:avLst/>
          </a:prstGeom>
        </p:spPr>
      </p:pic>
      <p:sp>
        <p:nvSpPr>
          <p:cNvPr id="378991512" name="TextBox 5"/>
          <p:cNvSpPr txBox="1"/>
          <p:nvPr/>
        </p:nvSpPr>
        <p:spPr bwMode="auto">
          <a:xfrm>
            <a:off x="1405254" y="3347195"/>
            <a:ext cx="21619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b="1"/>
              <a:t>1.5 * 4</a:t>
            </a:r>
            <a:endParaRPr/>
          </a:p>
        </p:txBody>
      </p:sp>
      <p:sp>
        <p:nvSpPr>
          <p:cNvPr id="620882411" name="TextBox 6"/>
          <p:cNvSpPr txBox="1"/>
          <p:nvPr/>
        </p:nvSpPr>
        <p:spPr bwMode="auto">
          <a:xfrm>
            <a:off x="1374362" y="4073154"/>
            <a:ext cx="21619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b="1"/>
              <a:t>6 м/c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7985164"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1199926110"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13</a:t>
            </a:fld>
            <a:endParaRPr sz="1400">
              <a:solidFill>
                <a:srgbClr val="000000"/>
              </a:solidFill>
            </a:endParaRPr>
          </a:p>
        </p:txBody>
      </p:sp>
      <p:pic>
        <p:nvPicPr>
          <p:cNvPr id="51852593" name="Рисунок 1" descr="Изображение выглядит как текст, снимок экрана, Шрифт&#10;&#10;Содержимое, созданное искусственным интеллектом, может быть неверным."/>
          <p:cNvPicPr>
            <a:picLocks noChangeAspect="1"/>
          </p:cNvPicPr>
          <p:nvPr/>
        </p:nvPicPr>
        <p:blipFill rotWithShape="1">
          <a:blip r:embed="rId3"/>
          <a:stretch/>
        </p:blipFill>
        <p:spPr bwMode="auto">
          <a:xfrm>
            <a:off x="563777" y="1130537"/>
            <a:ext cx="8008723" cy="2874704"/>
          </a:xfrm>
          <a:prstGeom prst="rect">
            <a:avLst/>
          </a:prstGeom>
        </p:spPr>
      </p:pic>
      <p:pic>
        <p:nvPicPr>
          <p:cNvPr id="1845837578" name="Рисунок 2" descr="Изображение выглядит как текст, Шрифт, белый, снимок экрана&#10;&#10;Содержимое, созданное искусственным интеллектом, может быть неверным."/>
          <p:cNvPicPr>
            <a:picLocks noChangeAspect="1"/>
          </p:cNvPicPr>
          <p:nvPr/>
        </p:nvPicPr>
        <p:blipFill rotWithShape="1">
          <a:blip r:embed="rId4"/>
          <a:stretch/>
        </p:blipFill>
        <p:spPr bwMode="auto">
          <a:xfrm>
            <a:off x="444954" y="3921579"/>
            <a:ext cx="1085850" cy="1219200"/>
          </a:xfrm>
          <a:prstGeom prst="rect">
            <a:avLst/>
          </a:prstGeom>
        </p:spPr>
      </p:pic>
      <p:sp>
        <p:nvSpPr>
          <p:cNvPr id="1941906605" name="TextBox 4"/>
          <p:cNvSpPr txBox="1"/>
          <p:nvPr/>
        </p:nvSpPr>
        <p:spPr bwMode="auto">
          <a:xfrm>
            <a:off x="1527769" y="4767279"/>
            <a:ext cx="16226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b="1"/>
              <a:t>10.8 мин</a:t>
            </a:r>
            <a:endParaRPr/>
          </a:p>
        </p:txBody>
      </p:sp>
      <p:pic>
        <p:nvPicPr>
          <p:cNvPr id="1380484382" name="Рисунок 5" descr="Изображение выглядит как Шрифт, Графика, символ, текст&#10;&#10;Содержимое, созданное искусственным интеллектом, может быть неверным."/>
          <p:cNvPicPr>
            <a:picLocks noChangeAspect="1"/>
          </p:cNvPicPr>
          <p:nvPr/>
        </p:nvPicPr>
        <p:blipFill rotWithShape="1">
          <a:blip r:embed="rId5"/>
          <a:stretch/>
        </p:blipFill>
        <p:spPr bwMode="auto">
          <a:xfrm>
            <a:off x="1524643" y="3928420"/>
            <a:ext cx="680909" cy="6075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6021110"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1293298898"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14</a:t>
            </a:fld>
            <a:endParaRPr sz="1400">
              <a:solidFill>
                <a:srgbClr val="000000"/>
              </a:solidFill>
            </a:endParaRPr>
          </a:p>
        </p:txBody>
      </p:sp>
      <p:sp>
        <p:nvSpPr>
          <p:cNvPr id="1067884259" name="TextBox 2"/>
          <p:cNvSpPr txBox="1"/>
          <p:nvPr/>
        </p:nvSpPr>
        <p:spPr bwMode="auto">
          <a:xfrm>
            <a:off x="351930" y="1014389"/>
            <a:ext cx="8487751"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a:solidFill>
                  <a:srgbClr val="111827"/>
                </a:solidFill>
              </a:rPr>
              <a:t>1. Определяем параметры зоны химического загрязнения:</a:t>
            </a:r>
            <a:endParaRPr lang="ru-RU" sz="1800"/>
          </a:p>
          <a:p>
            <a:pPr>
              <a:defRPr/>
            </a:pPr>
            <a:endParaRPr lang="ru-RU" sz="1800">
              <a:solidFill>
                <a:srgbClr val="111827"/>
              </a:solidFill>
            </a:endParaRPr>
          </a:p>
          <a:p>
            <a:pPr>
              <a:defRPr/>
            </a:pPr>
            <a:r>
              <a:rPr lang="ru-RU" sz="1800">
                <a:solidFill>
                  <a:srgbClr val="111827"/>
                </a:solidFill>
              </a:rPr>
              <a:t>1.6. Определяем время поражающего действия АХОВ:</a:t>
            </a:r>
            <a:endParaRPr lang="ru-RU" sz="1800"/>
          </a:p>
          <a:p>
            <a:pPr>
              <a:defRPr/>
            </a:pPr>
            <a:r>
              <a:rPr lang="ru-RU" sz="1800">
                <a:solidFill>
                  <a:srgbClr val="111827"/>
                </a:solidFill>
              </a:rPr>
              <a:t>tисп</a:t>
            </a:r>
            <a:r>
              <a:rPr lang="ru-RU" sz="1800">
                <a:solidFill>
                  <a:srgbClr val="111827"/>
                </a:solidFill>
              </a:rPr>
              <a:t> = </a:t>
            </a:r>
            <a:r>
              <a:rPr lang="ru-RU" sz="1800">
                <a:solidFill>
                  <a:srgbClr val="111827"/>
                </a:solidFill>
              </a:rPr>
              <a:t>tпораж</a:t>
            </a:r>
            <a:r>
              <a:rPr lang="ru-RU" sz="1800">
                <a:solidFill>
                  <a:srgbClr val="111827"/>
                </a:solidFill>
              </a:rPr>
              <a:t> = 1.4 × 0.32 = 0,45 ч = </a:t>
            </a:r>
            <a:r>
              <a:rPr lang="ru-RU" sz="1800" b="1">
                <a:solidFill>
                  <a:srgbClr val="111827"/>
                </a:solidFill>
              </a:rPr>
              <a:t>27 мин</a:t>
            </a:r>
            <a:endParaRPr lang="ru-RU" sz="1800" b="1"/>
          </a:p>
          <a:p>
            <a:pPr>
              <a:defRPr/>
            </a:pPr>
            <a:endParaRPr lang="ru-RU" sz="1800">
              <a:solidFill>
                <a:srgbClr val="111827"/>
              </a:solidFill>
            </a:endParaRPr>
          </a:p>
          <a:p>
            <a:pPr>
              <a:defRPr/>
            </a:pPr>
            <a:r>
              <a:rPr lang="ru-RU" sz="1800" i="1">
                <a:solidFill>
                  <a:srgbClr val="2C2C36"/>
                </a:solidFill>
              </a:rPr>
              <a:t>Через </a:t>
            </a:r>
            <a:r>
              <a:rPr lang="ru-RU" sz="1800" b="1" i="1">
                <a:solidFill>
                  <a:srgbClr val="2C2C36"/>
                </a:solidFill>
              </a:rPr>
              <a:t>27</a:t>
            </a:r>
            <a:r>
              <a:rPr lang="ru-RU" sz="1800" i="1">
                <a:solidFill>
                  <a:srgbClr val="2C2C36"/>
                </a:solidFill>
              </a:rPr>
              <a:t> мин после начала химического заражения на предприятии уровень химического загрязнения должен уменьшиться до нормального. Но перед возвращением работников из места временного размещения вне зоны химического заражения (или выхода из герметизированных помещений на предприятии) следует провести химическую разведку местности и помещений и при необходимости провести их дегазацию, силами нештатных аварийно-спасательных формирований предприятия.</a:t>
            </a:r>
            <a:endParaRPr lang="ru-RU" sz="1800"/>
          </a:p>
          <a:p>
            <a:pPr algn="l">
              <a:defRPr/>
            </a:pPr>
            <a:endParaRPr lang="ru-RU"/>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3073612"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ru-RU"/>
              <a:t>4</a:t>
            </a:r>
            <a:r>
              <a:rPr lang="en-US"/>
              <a:t>. Расчеты</a:t>
            </a:r>
            <a:endParaRPr/>
          </a:p>
        </p:txBody>
      </p:sp>
      <p:sp>
        <p:nvSpPr>
          <p:cNvPr id="1445392444"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15</a:t>
            </a:fld>
            <a:endParaRPr sz="1400">
              <a:solidFill>
                <a:srgbClr val="000000"/>
              </a:solidFill>
            </a:endParaRPr>
          </a:p>
        </p:txBody>
      </p:sp>
      <p:sp>
        <p:nvSpPr>
          <p:cNvPr id="1191981259" name="TextBox 1"/>
          <p:cNvSpPr txBox="1"/>
          <p:nvPr/>
        </p:nvSpPr>
        <p:spPr bwMode="auto">
          <a:xfrm>
            <a:off x="337792" y="764370"/>
            <a:ext cx="8368004"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ru-RU" sz="1800">
                <a:solidFill>
                  <a:srgbClr val="111827"/>
                </a:solidFill>
              </a:rPr>
              <a:t>1. Определяем параметры зоны химического загрязнения:</a:t>
            </a:r>
            <a:endParaRPr lang="ru-RU" sz="1800"/>
          </a:p>
          <a:p>
            <a:pPr>
              <a:defRPr/>
            </a:pPr>
            <a:endParaRPr lang="ru-RU" sz="1800">
              <a:solidFill>
                <a:srgbClr val="111827"/>
              </a:solidFill>
            </a:endParaRPr>
          </a:p>
          <a:p>
            <a:pPr>
              <a:defRPr/>
            </a:pPr>
            <a:r>
              <a:rPr lang="ru-RU" sz="1800">
                <a:solidFill>
                  <a:srgbClr val="111827"/>
                </a:solidFill>
              </a:rPr>
              <a:t>1.7. Определяем возможные потери среди персонала:</a:t>
            </a:r>
            <a:endParaRPr lang="ru-RU" sz="1800"/>
          </a:p>
          <a:p>
            <a:pPr>
              <a:defRPr/>
            </a:pPr>
            <a:r>
              <a:rPr lang="ru-RU" sz="1800">
                <a:solidFill>
                  <a:srgbClr val="111827"/>
                </a:solidFill>
              </a:rPr>
              <a:t>П = 45 чел × 0,04 = 2 человека</a:t>
            </a:r>
            <a:endParaRPr lang="ru-RU" sz="1800"/>
          </a:p>
          <a:p>
            <a:pPr>
              <a:defRPr/>
            </a:pPr>
            <a:endParaRPr lang="ru-RU" sz="1800">
              <a:solidFill>
                <a:srgbClr val="111827"/>
              </a:solidFill>
            </a:endParaRPr>
          </a:p>
          <a:p>
            <a:pPr>
              <a:defRPr/>
            </a:pPr>
            <a:r>
              <a:rPr lang="ru-RU" sz="1800" i="1">
                <a:solidFill>
                  <a:srgbClr val="2C2C36"/>
                </a:solidFill>
              </a:rPr>
              <a:t>При численности работающей смены на объекте связи </a:t>
            </a:r>
            <a:r>
              <a:rPr lang="ru-RU" sz="1800" i="1">
                <a:solidFill>
                  <a:srgbClr val="2C2C36"/>
                </a:solidFill>
              </a:rPr>
              <a:t>Nос</a:t>
            </a:r>
            <a:r>
              <a:rPr lang="ru-RU" sz="1800" i="1">
                <a:solidFill>
                  <a:srgbClr val="2C2C36"/>
                </a:solidFill>
              </a:rPr>
              <a:t> = 45 человек и обеспеченности противогазами на 100 %.</a:t>
            </a:r>
            <a:endParaRPr lang="ru-RU" sz="1800"/>
          </a:p>
          <a:p>
            <a:pPr>
              <a:defRPr/>
            </a:pPr>
            <a:r>
              <a:rPr lang="ru-RU" sz="1800">
                <a:solidFill>
                  <a:srgbClr val="111827"/>
                </a:solidFill>
              </a:rPr>
              <a:t>Ориентировочная структура поражения людей от АХОВ составляет:</a:t>
            </a:r>
            <a:endParaRPr lang="ru-RU" sz="1800"/>
          </a:p>
          <a:p>
            <a:pPr marL="285750" indent="-285750">
              <a:buChar char="•"/>
              <a:defRPr/>
            </a:pPr>
            <a:r>
              <a:rPr lang="ru-RU" sz="1800">
                <a:solidFill>
                  <a:srgbClr val="2C2C36"/>
                </a:solidFill>
              </a:rPr>
              <a:t>поражения легкой степени — 25%;</a:t>
            </a:r>
            <a:endParaRPr lang="ru-RU" sz="1800"/>
          </a:p>
          <a:p>
            <a:pPr marL="285750" indent="-285750">
              <a:buChar char="•"/>
              <a:defRPr/>
            </a:pPr>
            <a:r>
              <a:rPr lang="ru-RU" sz="1800">
                <a:solidFill>
                  <a:srgbClr val="2C2C36"/>
                </a:solidFill>
              </a:rPr>
              <a:t>средней и тяжелой степени — 40%;</a:t>
            </a:r>
            <a:endParaRPr lang="ru-RU" sz="1800"/>
          </a:p>
          <a:p>
            <a:pPr marL="285750" indent="-285750">
              <a:buChar char="•"/>
              <a:defRPr/>
            </a:pPr>
            <a:r>
              <a:rPr lang="ru-RU" sz="1800">
                <a:solidFill>
                  <a:srgbClr val="2C2C36"/>
                </a:solidFill>
              </a:rPr>
              <a:t>со смертельным исходом — 35%.</a:t>
            </a:r>
            <a:endParaRPr lang="ru-RU" sz="1800"/>
          </a:p>
          <a:p>
            <a:pPr>
              <a:defRPr/>
            </a:pPr>
            <a:r>
              <a:rPr lang="ru-RU" sz="1800">
                <a:solidFill>
                  <a:srgbClr val="111827"/>
                </a:solidFill>
              </a:rPr>
              <a:t>Потери по степени тяжести распределяются следующим образом:</a:t>
            </a:r>
            <a:endParaRPr lang="ru-RU" sz="1800"/>
          </a:p>
          <a:p>
            <a:pPr marL="285750" indent="-285750">
              <a:buChar char="•"/>
              <a:defRPr/>
            </a:pPr>
            <a:r>
              <a:rPr lang="ru-RU" sz="1800">
                <a:solidFill>
                  <a:srgbClr val="2C2C36"/>
                </a:solidFill>
              </a:rPr>
              <a:t>поражения легкой степени — 2 чел. × 0,25 = 0,5 ≈ </a:t>
            </a:r>
            <a:r>
              <a:rPr lang="ru-RU" sz="1800">
                <a:solidFill>
                  <a:srgbClr val="111827"/>
                </a:solidFill>
              </a:rPr>
              <a:t>1 чел.</a:t>
            </a:r>
            <a:endParaRPr lang="ru-RU" sz="1800"/>
          </a:p>
          <a:p>
            <a:pPr marL="285750" indent="-285750">
              <a:buChar char="•"/>
              <a:defRPr/>
            </a:pPr>
            <a:r>
              <a:rPr lang="ru-RU" sz="1800">
                <a:solidFill>
                  <a:srgbClr val="2C2C36"/>
                </a:solidFill>
              </a:rPr>
              <a:t>поражения средней и тяжелой степени — 2 чел. × 0,4 = 0.8 ≈ </a:t>
            </a:r>
            <a:r>
              <a:rPr lang="ru-RU" sz="1800">
                <a:solidFill>
                  <a:srgbClr val="111827"/>
                </a:solidFill>
              </a:rPr>
              <a:t>1 чел.</a:t>
            </a:r>
            <a:endParaRPr lang="ru-RU" sz="1800"/>
          </a:p>
          <a:p>
            <a:pPr marL="285750" indent="-285750">
              <a:buChar char="•"/>
              <a:defRPr/>
            </a:pPr>
            <a:r>
              <a:rPr lang="ru-RU" sz="1800">
                <a:solidFill>
                  <a:srgbClr val="2C2C36"/>
                </a:solidFill>
              </a:rPr>
              <a:t>поражения со смертельным исходом — 2 чел. × 0,35 = 0.7 ≈ </a:t>
            </a:r>
            <a:r>
              <a:rPr lang="ru-RU" sz="1800">
                <a:solidFill>
                  <a:srgbClr val="111827"/>
                </a:solidFill>
              </a:rPr>
              <a:t>1 чел.</a:t>
            </a:r>
            <a:endParaRPr lang="ru-RU" sz="1800"/>
          </a:p>
          <a:p>
            <a:pPr>
              <a:defRPr/>
            </a:pPr>
            <a:br>
              <a:rPr lang="en-US"/>
            </a:b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5118802"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en-US"/>
              <a:t>Выводы: </a:t>
            </a:r>
            <a:endParaRPr/>
          </a:p>
        </p:txBody>
      </p:sp>
      <p:sp>
        <p:nvSpPr>
          <p:cNvPr id="1739095763"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16</a:t>
            </a:fld>
            <a:endParaRPr sz="1400">
              <a:solidFill>
                <a:srgbClr val="000000"/>
              </a:solidFill>
            </a:endParaRPr>
          </a:p>
        </p:txBody>
      </p:sp>
      <p:sp>
        <p:nvSpPr>
          <p:cNvPr id="2030519312" name="Google Shape;36;p6"/>
          <p:cNvSpPr txBox="1">
            <a:spLocks noGrp="1"/>
          </p:cNvSpPr>
          <p:nvPr>
            <p:ph type="body" idx="1"/>
          </p:nvPr>
        </p:nvSpPr>
        <p:spPr bwMode="auto">
          <a:xfrm>
            <a:off x="294640" y="739140"/>
            <a:ext cx="8771255" cy="4051300"/>
          </a:xfrm>
          <a:prstGeom prst="rect">
            <a:avLst/>
          </a:prstGeom>
        </p:spPr>
        <p:txBody>
          <a:bodyPr spcFirstLastPara="1" wrap="square" lIns="19025" tIns="19025" rIns="19025" bIns="19025" anchor="t" anchorCtr="0">
            <a:noAutofit/>
          </a:bodyPr>
          <a:lstStyle/>
          <a:p>
            <a:pPr marL="0" indent="0">
              <a:lnSpc>
                <a:spcPct val="120000"/>
              </a:lnSpc>
              <a:spcBef>
                <a:spcPts val="0"/>
              </a:spcBef>
              <a:buNone/>
              <a:defRPr/>
            </a:pPr>
            <a:r>
              <a:rPr lang="ru-RU" sz="1400">
                <a:cs typeface="Times New Roman"/>
              </a:rPr>
              <a:t>1. </a:t>
            </a:r>
            <a:r>
              <a:rPr lang="en-US" sz="1400">
                <a:cs typeface="Times New Roman"/>
              </a:rPr>
              <a:t>Наиболее</a:t>
            </a:r>
            <a:r>
              <a:rPr lang="en-US" sz="1400">
                <a:cs typeface="Times New Roman"/>
              </a:rPr>
              <a:t> </a:t>
            </a:r>
            <a:r>
              <a:rPr lang="en-US" sz="1400">
                <a:cs typeface="Times New Roman"/>
              </a:rPr>
              <a:t>опасным</a:t>
            </a:r>
            <a:r>
              <a:rPr lang="en-US" sz="1400">
                <a:cs typeface="Times New Roman"/>
              </a:rPr>
              <a:t> </a:t>
            </a:r>
            <a:r>
              <a:rPr lang="en-US" sz="1400">
                <a:cs typeface="Times New Roman"/>
              </a:rPr>
              <a:t>для</a:t>
            </a:r>
            <a:r>
              <a:rPr lang="en-US" sz="1400">
                <a:cs typeface="Times New Roman"/>
              </a:rPr>
              <a:t> </a:t>
            </a:r>
            <a:r>
              <a:rPr lang="en-US" sz="1400">
                <a:cs typeface="Times New Roman"/>
              </a:rPr>
              <a:t>н</a:t>
            </a:r>
            <a:r>
              <a:rPr lang="ru-RU" sz="1400">
                <a:cs typeface="Times New Roman"/>
              </a:rPr>
              <a:t>.</a:t>
            </a:r>
            <a:r>
              <a:rPr lang="en-US" sz="1400">
                <a:cs typeface="Times New Roman"/>
              </a:rPr>
              <a:t>п</a:t>
            </a:r>
            <a:r>
              <a:rPr lang="ru-RU" sz="1400">
                <a:cs typeface="Times New Roman"/>
              </a:rPr>
              <a:t>.</a:t>
            </a:r>
            <a:r>
              <a:rPr lang="en-US" sz="1400">
                <a:cs typeface="Times New Roman"/>
              </a:rPr>
              <a:t> </a:t>
            </a:r>
            <a:r>
              <a:rPr lang="en-US" sz="1400">
                <a:cs typeface="Times New Roman"/>
              </a:rPr>
              <a:t>Перекаты</a:t>
            </a:r>
            <a:r>
              <a:rPr lang="en-US" sz="1400">
                <a:cs typeface="Times New Roman"/>
              </a:rPr>
              <a:t> </a:t>
            </a:r>
            <a:r>
              <a:rPr lang="en-US" sz="1400">
                <a:cs typeface="Times New Roman"/>
              </a:rPr>
              <a:t>является</a:t>
            </a:r>
            <a:r>
              <a:rPr lang="en-US" sz="1400">
                <a:cs typeface="Times New Roman"/>
              </a:rPr>
              <a:t> </a:t>
            </a:r>
            <a:r>
              <a:rPr lang="en-US" sz="1400">
                <a:cs typeface="Times New Roman"/>
              </a:rPr>
              <a:t>сценарий</a:t>
            </a:r>
            <a:r>
              <a:rPr lang="en-US" sz="1400">
                <a:cs typeface="Times New Roman"/>
              </a:rPr>
              <a:t> </a:t>
            </a:r>
            <a:r>
              <a:rPr lang="en-US" sz="1400">
                <a:cs typeface="Times New Roman"/>
              </a:rPr>
              <a:t>развития</a:t>
            </a:r>
            <a:r>
              <a:rPr lang="en-US" sz="1400">
                <a:cs typeface="Times New Roman"/>
              </a:rPr>
              <a:t> </a:t>
            </a:r>
            <a:r>
              <a:rPr lang="en-US" sz="1400">
                <a:cs typeface="Times New Roman"/>
              </a:rPr>
              <a:t>аварии</a:t>
            </a:r>
            <a:r>
              <a:rPr lang="en-US" sz="1400">
                <a:cs typeface="Times New Roman"/>
              </a:rPr>
              <a:t> </a:t>
            </a:r>
            <a:r>
              <a:rPr lang="en-US" sz="1400">
                <a:cs typeface="Times New Roman"/>
              </a:rPr>
              <a:t>с</a:t>
            </a:r>
            <a:r>
              <a:rPr lang="en-US" sz="1400">
                <a:cs typeface="Times New Roman"/>
              </a:rPr>
              <a:t> </a:t>
            </a:r>
            <a:r>
              <a:rPr lang="en-US" sz="1400">
                <a:cs typeface="Times New Roman"/>
              </a:rPr>
              <a:t>выбросом</a:t>
            </a:r>
            <a:r>
              <a:rPr lang="en-US" sz="1400">
                <a:cs typeface="Times New Roman"/>
              </a:rPr>
              <a:t> </a:t>
            </a:r>
            <a:r>
              <a:rPr lang="en-US" sz="1400">
                <a:cs typeface="Times New Roman"/>
              </a:rPr>
              <a:t>Фосгена</a:t>
            </a:r>
            <a:r>
              <a:rPr lang="en-US" sz="1400">
                <a:cs typeface="Times New Roman"/>
              </a:rPr>
              <a:t> </a:t>
            </a:r>
            <a:r>
              <a:rPr lang="en-US" sz="1400">
                <a:cs typeface="Times New Roman"/>
              </a:rPr>
              <a:t>при</a:t>
            </a:r>
            <a:r>
              <a:rPr lang="en-US" sz="1400">
                <a:cs typeface="Times New Roman"/>
              </a:rPr>
              <a:t> </a:t>
            </a:r>
            <a:r>
              <a:rPr lang="en-US" sz="1400">
                <a:cs typeface="Times New Roman"/>
              </a:rPr>
              <a:t>инверсии</a:t>
            </a:r>
            <a:r>
              <a:rPr lang="en-US" sz="1400">
                <a:cs typeface="Times New Roman"/>
              </a:rPr>
              <a:t> и </a:t>
            </a:r>
            <a:r>
              <a:rPr lang="en-US" sz="1400">
                <a:cs typeface="Times New Roman"/>
              </a:rPr>
              <a:t>изотермии</a:t>
            </a:r>
            <a:r>
              <a:rPr lang="en-US" sz="1400">
                <a:cs typeface="Times New Roman"/>
              </a:rPr>
              <a:t>. </a:t>
            </a:r>
            <a:r>
              <a:rPr lang="en-US" sz="1400">
                <a:cs typeface="Times New Roman"/>
              </a:rPr>
              <a:t>Глубина</a:t>
            </a:r>
            <a:r>
              <a:rPr lang="en-US" sz="1400">
                <a:cs typeface="Times New Roman"/>
              </a:rPr>
              <a:t> </a:t>
            </a:r>
            <a:r>
              <a:rPr lang="en-US" sz="1400">
                <a:cs typeface="Times New Roman"/>
              </a:rPr>
              <a:t>зоны</a:t>
            </a:r>
            <a:r>
              <a:rPr lang="en-US" sz="1400">
                <a:cs typeface="Times New Roman"/>
              </a:rPr>
              <a:t> </a:t>
            </a:r>
            <a:r>
              <a:rPr lang="en-US" sz="1400">
                <a:cs typeface="Times New Roman"/>
              </a:rPr>
              <a:t>химического</a:t>
            </a:r>
            <a:r>
              <a:rPr lang="en-US" sz="1400">
                <a:cs typeface="Times New Roman"/>
              </a:rPr>
              <a:t> </a:t>
            </a:r>
            <a:r>
              <a:rPr lang="en-US" sz="1400">
                <a:cs typeface="Times New Roman"/>
              </a:rPr>
              <a:t>заражения</a:t>
            </a:r>
            <a:r>
              <a:rPr lang="en-US" sz="1400">
                <a:cs typeface="Times New Roman"/>
              </a:rPr>
              <a:t> </a:t>
            </a:r>
            <a:r>
              <a:rPr lang="en-US" sz="1400">
                <a:cs typeface="Times New Roman"/>
              </a:rPr>
              <a:t>при</a:t>
            </a:r>
            <a:r>
              <a:rPr lang="en-US" sz="1400">
                <a:cs typeface="Times New Roman"/>
              </a:rPr>
              <a:t> </a:t>
            </a:r>
            <a:r>
              <a:rPr lang="en-US" sz="1400">
                <a:cs typeface="Times New Roman"/>
              </a:rPr>
              <a:t>данных</a:t>
            </a:r>
            <a:r>
              <a:rPr lang="en-US" sz="1400">
                <a:cs typeface="Times New Roman"/>
              </a:rPr>
              <a:t> </a:t>
            </a:r>
            <a:r>
              <a:rPr lang="en-US" sz="1400">
                <a:cs typeface="Times New Roman"/>
              </a:rPr>
              <a:t>условиях</a:t>
            </a:r>
            <a:r>
              <a:rPr lang="ru-RU" sz="1400">
                <a:cs typeface="Times New Roman"/>
              </a:rPr>
              <a:t> </a:t>
            </a:r>
            <a:r>
              <a:rPr lang="en-US" sz="1400">
                <a:cs typeface="Times New Roman"/>
              </a:rPr>
              <a:t>превышает</a:t>
            </a:r>
            <a:r>
              <a:rPr lang="en-US" sz="1400">
                <a:cs typeface="Times New Roman"/>
              </a:rPr>
              <a:t> </a:t>
            </a:r>
            <a:r>
              <a:rPr lang="en-US" sz="1400">
                <a:cs typeface="Times New Roman"/>
              </a:rPr>
              <a:t>расстояние</a:t>
            </a:r>
            <a:r>
              <a:rPr lang="en-US" sz="1400">
                <a:cs typeface="Times New Roman"/>
              </a:rPr>
              <a:t> </a:t>
            </a:r>
            <a:r>
              <a:rPr lang="en-US" sz="1400">
                <a:cs typeface="Times New Roman"/>
              </a:rPr>
              <a:t>от</a:t>
            </a:r>
            <a:r>
              <a:rPr lang="en-US" sz="1400">
                <a:cs typeface="Times New Roman"/>
              </a:rPr>
              <a:t> </a:t>
            </a:r>
            <a:r>
              <a:rPr lang="en-US" sz="1400">
                <a:cs typeface="Times New Roman"/>
              </a:rPr>
              <a:t>химического</a:t>
            </a:r>
            <a:r>
              <a:rPr lang="en-US" sz="1400">
                <a:cs typeface="Times New Roman"/>
              </a:rPr>
              <a:t> </a:t>
            </a:r>
            <a:r>
              <a:rPr lang="en-US" sz="1400">
                <a:cs typeface="Times New Roman"/>
              </a:rPr>
              <a:t>предприятия</a:t>
            </a:r>
            <a:r>
              <a:rPr lang="en-US" sz="1400">
                <a:cs typeface="Times New Roman"/>
              </a:rPr>
              <a:t> </a:t>
            </a:r>
            <a:r>
              <a:rPr lang="en-US" sz="1400">
                <a:cs typeface="Times New Roman"/>
              </a:rPr>
              <a:t>до</a:t>
            </a:r>
            <a:r>
              <a:rPr lang="en-US" sz="1400">
                <a:cs typeface="Times New Roman"/>
              </a:rPr>
              <a:t> </a:t>
            </a:r>
            <a:r>
              <a:rPr lang="en-US" sz="1400">
                <a:cs typeface="Times New Roman"/>
              </a:rPr>
              <a:t>населенного</a:t>
            </a:r>
            <a:r>
              <a:rPr lang="en-US" sz="1400">
                <a:cs typeface="Times New Roman"/>
              </a:rPr>
              <a:t> </a:t>
            </a:r>
            <a:r>
              <a:rPr lang="en-US" sz="1400">
                <a:cs typeface="Times New Roman"/>
              </a:rPr>
              <a:t>пункта</a:t>
            </a:r>
            <a:r>
              <a:rPr lang="en-US" sz="1400">
                <a:cs typeface="Times New Roman"/>
              </a:rPr>
              <a:t>.</a:t>
            </a:r>
            <a:endParaRPr/>
          </a:p>
          <a:p>
            <a:pPr marL="0" lvl="0" indent="0" algn="l" rtl="0">
              <a:lnSpc>
                <a:spcPct val="70000"/>
              </a:lnSpc>
              <a:spcBef>
                <a:spcPts val="0"/>
              </a:spcBef>
              <a:spcAft>
                <a:spcPts val="0"/>
              </a:spcAft>
              <a:buNone/>
              <a:defRPr/>
            </a:pPr>
            <a:endParaRPr lang="en-US" sz="1400">
              <a:cs typeface="Times New Roman"/>
            </a:endParaRPr>
          </a:p>
          <a:p>
            <a:pPr marL="0" indent="0">
              <a:lnSpc>
                <a:spcPct val="120000"/>
              </a:lnSpc>
              <a:spcBef>
                <a:spcPts val="0"/>
              </a:spcBef>
              <a:buNone/>
              <a:defRPr/>
            </a:pPr>
            <a:r>
              <a:rPr lang="ru-RU" sz="1400">
                <a:cs typeface="Times New Roman"/>
              </a:rPr>
              <a:t>2. </a:t>
            </a:r>
            <a:r>
              <a:rPr lang="en-US" sz="1400">
                <a:cs typeface="Times New Roman"/>
              </a:rPr>
              <a:t>При</a:t>
            </a:r>
            <a:r>
              <a:rPr lang="en-US" sz="1400">
                <a:cs typeface="Times New Roman"/>
              </a:rPr>
              <a:t> </a:t>
            </a:r>
            <a:r>
              <a:rPr lang="en-US" sz="1400">
                <a:cs typeface="Times New Roman"/>
              </a:rPr>
              <a:t>сложившейся</a:t>
            </a:r>
            <a:r>
              <a:rPr lang="en-US" sz="1400">
                <a:cs typeface="Times New Roman"/>
              </a:rPr>
              <a:t> </a:t>
            </a:r>
            <a:r>
              <a:rPr lang="en-US" sz="1400">
                <a:cs typeface="Times New Roman"/>
              </a:rPr>
              <a:t>метеообстановке</a:t>
            </a:r>
            <a:r>
              <a:rPr lang="en-US" sz="1400">
                <a:cs typeface="Times New Roman"/>
              </a:rPr>
              <a:t> (</a:t>
            </a:r>
            <a:r>
              <a:rPr lang="en-US" sz="1400">
                <a:cs typeface="Times New Roman"/>
              </a:rPr>
              <a:t>инверсия</a:t>
            </a:r>
            <a:r>
              <a:rPr lang="en-US" sz="1400">
                <a:cs typeface="Times New Roman"/>
              </a:rPr>
              <a:t>, </a:t>
            </a:r>
            <a:r>
              <a:rPr lang="en-US" sz="1400">
                <a:cs typeface="Times New Roman"/>
              </a:rPr>
              <a:t>скорость</a:t>
            </a:r>
            <a:r>
              <a:rPr lang="en-US" sz="1400">
                <a:cs typeface="Times New Roman"/>
              </a:rPr>
              <a:t> </a:t>
            </a:r>
            <a:r>
              <a:rPr lang="en-US" sz="1400">
                <a:cs typeface="Times New Roman"/>
              </a:rPr>
              <a:t>ветра</a:t>
            </a:r>
            <a:r>
              <a:rPr lang="en-US" sz="1400">
                <a:cs typeface="Times New Roman"/>
              </a:rPr>
              <a:t> 4 </a:t>
            </a:r>
            <a:r>
              <a:rPr lang="en-US" sz="1400">
                <a:cs typeface="Times New Roman"/>
              </a:rPr>
              <a:t>м</a:t>
            </a:r>
            <a:r>
              <a:rPr lang="en-US" sz="1400">
                <a:cs typeface="Times New Roman"/>
              </a:rPr>
              <a:t>/</a:t>
            </a:r>
            <a:r>
              <a:rPr lang="en-US" sz="1400">
                <a:cs typeface="Times New Roman"/>
              </a:rPr>
              <a:t>с</a:t>
            </a:r>
            <a:r>
              <a:rPr lang="en-US" sz="1400">
                <a:cs typeface="Times New Roman"/>
              </a:rPr>
              <a:t>) </a:t>
            </a:r>
            <a:r>
              <a:rPr lang="en-US" sz="1400">
                <a:cs typeface="Times New Roman"/>
              </a:rPr>
              <a:t>населенный</a:t>
            </a:r>
            <a:r>
              <a:rPr lang="en-US" sz="1400">
                <a:cs typeface="Times New Roman"/>
              </a:rPr>
              <a:t> </a:t>
            </a:r>
            <a:r>
              <a:rPr lang="en-US" sz="1400">
                <a:cs typeface="Times New Roman"/>
              </a:rPr>
              <a:t>пункт</a:t>
            </a:r>
            <a:r>
              <a:rPr lang="en-US" sz="1400">
                <a:cs typeface="Times New Roman"/>
              </a:rPr>
              <a:t> </a:t>
            </a:r>
            <a:r>
              <a:rPr lang="en-US" sz="1400">
                <a:cs typeface="Times New Roman"/>
              </a:rPr>
              <a:t>Перекаты</a:t>
            </a:r>
            <a:r>
              <a:rPr lang="en-US" sz="1400">
                <a:cs typeface="Times New Roman"/>
              </a:rPr>
              <a:t> </a:t>
            </a:r>
            <a:r>
              <a:rPr lang="en-US" sz="1400">
                <a:cs typeface="Times New Roman"/>
              </a:rPr>
              <a:t>окажется</a:t>
            </a:r>
            <a:r>
              <a:rPr lang="en-US" sz="1400">
                <a:cs typeface="Times New Roman"/>
              </a:rPr>
              <a:t> </a:t>
            </a:r>
            <a:r>
              <a:rPr lang="en-US" sz="1400">
                <a:cs typeface="Times New Roman"/>
              </a:rPr>
              <a:t>в</a:t>
            </a:r>
            <a:r>
              <a:rPr lang="en-US" sz="1400">
                <a:cs typeface="Times New Roman"/>
              </a:rPr>
              <a:t> </a:t>
            </a:r>
            <a:r>
              <a:rPr lang="en-US" sz="1400">
                <a:cs typeface="Times New Roman"/>
              </a:rPr>
              <a:t>зоне</a:t>
            </a:r>
            <a:r>
              <a:rPr lang="en-US" sz="1400">
                <a:cs typeface="Times New Roman"/>
              </a:rPr>
              <a:t> </a:t>
            </a:r>
            <a:r>
              <a:rPr lang="en-US" sz="1400">
                <a:cs typeface="Times New Roman"/>
              </a:rPr>
              <a:t>смертельно</a:t>
            </a:r>
            <a:r>
              <a:rPr lang="en-US" sz="1400">
                <a:cs typeface="Times New Roman"/>
              </a:rPr>
              <a:t> </a:t>
            </a:r>
            <a:r>
              <a:rPr lang="en-US" sz="1400">
                <a:cs typeface="Times New Roman"/>
              </a:rPr>
              <a:t>опасной</a:t>
            </a:r>
            <a:r>
              <a:rPr lang="en-US" sz="1400">
                <a:cs typeface="Times New Roman"/>
              </a:rPr>
              <a:t> </a:t>
            </a:r>
            <a:r>
              <a:rPr lang="en-US" sz="1400">
                <a:cs typeface="Times New Roman"/>
              </a:rPr>
              <a:t>концентрации</a:t>
            </a:r>
            <a:r>
              <a:rPr lang="en-US" sz="1400">
                <a:cs typeface="Times New Roman"/>
              </a:rPr>
              <a:t> </a:t>
            </a:r>
            <a:r>
              <a:rPr lang="en-US" sz="1400">
                <a:cs typeface="Times New Roman"/>
              </a:rPr>
              <a:t>Фосгена</a:t>
            </a:r>
            <a:r>
              <a:rPr lang="en-US" sz="1400">
                <a:cs typeface="Times New Roman"/>
              </a:rPr>
              <a:t>. </a:t>
            </a:r>
            <a:r>
              <a:rPr lang="en-US" sz="1400">
                <a:cs typeface="Times New Roman"/>
              </a:rPr>
              <a:t>На</a:t>
            </a:r>
            <a:r>
              <a:rPr lang="en-US" sz="1400">
                <a:cs typeface="Times New Roman"/>
              </a:rPr>
              <a:t> </a:t>
            </a:r>
            <a:r>
              <a:rPr lang="en-US" sz="1400">
                <a:cs typeface="Times New Roman"/>
              </a:rPr>
              <a:t>всей</a:t>
            </a:r>
            <a:r>
              <a:rPr lang="en-US" sz="1400">
                <a:cs typeface="Times New Roman"/>
              </a:rPr>
              <a:t> </a:t>
            </a:r>
            <a:r>
              <a:rPr lang="en-US" sz="1400">
                <a:cs typeface="Times New Roman"/>
              </a:rPr>
              <a:t>территории</a:t>
            </a:r>
            <a:r>
              <a:rPr lang="en-US" sz="1400">
                <a:cs typeface="Times New Roman"/>
              </a:rPr>
              <a:t> </a:t>
            </a:r>
            <a:r>
              <a:rPr lang="en-US" sz="1400">
                <a:cs typeface="Times New Roman"/>
              </a:rPr>
              <a:t>населенного</a:t>
            </a:r>
            <a:r>
              <a:rPr lang="en-US" sz="1400">
                <a:cs typeface="Times New Roman"/>
              </a:rPr>
              <a:t> </a:t>
            </a:r>
            <a:r>
              <a:rPr lang="en-US" sz="1400">
                <a:cs typeface="Times New Roman"/>
              </a:rPr>
              <a:t>пункта</a:t>
            </a:r>
            <a:r>
              <a:rPr lang="en-US" sz="1400">
                <a:cs typeface="Times New Roman"/>
              </a:rPr>
              <a:t> </a:t>
            </a:r>
            <a:r>
              <a:rPr lang="en-US" sz="1400">
                <a:cs typeface="Times New Roman"/>
              </a:rPr>
              <a:t>будет</a:t>
            </a:r>
            <a:r>
              <a:rPr lang="en-US" sz="1400">
                <a:cs typeface="Times New Roman"/>
              </a:rPr>
              <a:t> </a:t>
            </a:r>
            <a:r>
              <a:rPr lang="en-US" sz="1400">
                <a:cs typeface="Times New Roman"/>
              </a:rPr>
              <a:t>наблюдаться</a:t>
            </a:r>
            <a:r>
              <a:rPr lang="en-US" sz="1400">
                <a:cs typeface="Times New Roman"/>
              </a:rPr>
              <a:t> </a:t>
            </a:r>
            <a:r>
              <a:rPr lang="en-US" sz="1400">
                <a:cs typeface="Times New Roman"/>
              </a:rPr>
              <a:t>поражающая</a:t>
            </a:r>
            <a:r>
              <a:rPr lang="en-US" sz="1400">
                <a:cs typeface="Times New Roman"/>
              </a:rPr>
              <a:t> </a:t>
            </a:r>
            <a:r>
              <a:rPr lang="en-US" sz="1400">
                <a:cs typeface="Times New Roman"/>
              </a:rPr>
              <a:t>концентрация</a:t>
            </a:r>
            <a:r>
              <a:rPr lang="en-US" sz="1400">
                <a:cs typeface="Times New Roman"/>
              </a:rPr>
              <a:t> </a:t>
            </a:r>
            <a:r>
              <a:rPr lang="en-US" sz="1400">
                <a:cs typeface="Times New Roman"/>
              </a:rPr>
              <a:t>АХОВ</a:t>
            </a:r>
            <a:r>
              <a:rPr lang="en-US" sz="1400">
                <a:cs typeface="Times New Roman"/>
              </a:rPr>
              <a:t>.</a:t>
            </a:r>
            <a:endParaRPr lang="en-US" sz="1400">
              <a:cs typeface="Times New Roman"/>
            </a:endParaRPr>
          </a:p>
          <a:p>
            <a:pPr marL="0" lvl="0" indent="0" algn="l" rtl="0">
              <a:lnSpc>
                <a:spcPct val="70000"/>
              </a:lnSpc>
              <a:spcBef>
                <a:spcPts val="0"/>
              </a:spcBef>
              <a:spcAft>
                <a:spcPts val="0"/>
              </a:spcAft>
              <a:buNone/>
              <a:defRPr/>
            </a:pPr>
            <a:endParaRPr lang="en-US" sz="1400">
              <a:cs typeface="Times New Roman"/>
            </a:endParaRPr>
          </a:p>
          <a:p>
            <a:pPr marL="0" indent="0">
              <a:lnSpc>
                <a:spcPct val="120000"/>
              </a:lnSpc>
              <a:spcBef>
                <a:spcPts val="0"/>
              </a:spcBef>
              <a:buNone/>
              <a:defRPr/>
            </a:pPr>
            <a:r>
              <a:rPr lang="ru-RU" sz="1400">
                <a:cs typeface="Times New Roman"/>
              </a:rPr>
              <a:t>3. </a:t>
            </a:r>
            <a:r>
              <a:rPr lang="en-US" sz="1400">
                <a:cs typeface="Times New Roman"/>
              </a:rPr>
              <a:t>Для</a:t>
            </a:r>
            <a:r>
              <a:rPr lang="en-US" sz="1400">
                <a:cs typeface="Times New Roman"/>
              </a:rPr>
              <a:t> </a:t>
            </a:r>
            <a:r>
              <a:rPr lang="en-US" sz="1400">
                <a:cs typeface="Times New Roman"/>
              </a:rPr>
              <a:t>предотвращения</a:t>
            </a:r>
            <a:r>
              <a:rPr lang="en-US" sz="1400">
                <a:cs typeface="Times New Roman"/>
              </a:rPr>
              <a:t> </a:t>
            </a:r>
            <a:r>
              <a:rPr lang="en-US" sz="1400">
                <a:cs typeface="Times New Roman"/>
              </a:rPr>
              <a:t>массовых</a:t>
            </a:r>
            <a:r>
              <a:rPr lang="en-US" sz="1400">
                <a:cs typeface="Times New Roman"/>
              </a:rPr>
              <a:t> </a:t>
            </a:r>
            <a:r>
              <a:rPr lang="en-US" sz="1400">
                <a:cs typeface="Times New Roman"/>
              </a:rPr>
              <a:t>потерь</a:t>
            </a:r>
            <a:r>
              <a:rPr lang="en-US" sz="1400">
                <a:cs typeface="Times New Roman"/>
              </a:rPr>
              <a:t> </a:t>
            </a:r>
            <a:r>
              <a:rPr lang="en-US" sz="1400">
                <a:cs typeface="Times New Roman"/>
              </a:rPr>
              <a:t>среди</a:t>
            </a:r>
            <a:r>
              <a:rPr lang="en-US" sz="1400">
                <a:cs typeface="Times New Roman"/>
              </a:rPr>
              <a:t> </a:t>
            </a:r>
            <a:r>
              <a:rPr lang="en-US" sz="1400">
                <a:cs typeface="Times New Roman"/>
              </a:rPr>
              <a:t>населения</a:t>
            </a:r>
            <a:r>
              <a:rPr lang="en-US" sz="1400">
                <a:cs typeface="Times New Roman"/>
              </a:rPr>
              <a:t> </a:t>
            </a:r>
            <a:r>
              <a:rPr lang="en-US" sz="1400">
                <a:cs typeface="Times New Roman"/>
              </a:rPr>
              <a:t>населенного</a:t>
            </a:r>
            <a:r>
              <a:rPr lang="en-US" sz="1400">
                <a:cs typeface="Times New Roman"/>
              </a:rPr>
              <a:t> </a:t>
            </a:r>
            <a:r>
              <a:rPr lang="en-US" sz="1400">
                <a:cs typeface="Times New Roman"/>
              </a:rPr>
              <a:t>пункта</a:t>
            </a:r>
            <a:r>
              <a:rPr lang="en-US" sz="1400">
                <a:cs typeface="Times New Roman"/>
              </a:rPr>
              <a:t> </a:t>
            </a:r>
            <a:r>
              <a:rPr lang="en-US" sz="1400">
                <a:cs typeface="Times New Roman"/>
              </a:rPr>
              <a:t>Перекаты</a:t>
            </a:r>
            <a:r>
              <a:rPr lang="en-US" sz="1400">
                <a:cs typeface="Times New Roman"/>
              </a:rPr>
              <a:t> </a:t>
            </a:r>
            <a:r>
              <a:rPr lang="en-US" sz="1400">
                <a:cs typeface="Times New Roman"/>
              </a:rPr>
              <a:t>необходимо</a:t>
            </a:r>
            <a:r>
              <a:rPr lang="en-US" sz="1400">
                <a:cs typeface="Times New Roman"/>
              </a:rPr>
              <a:t> </a:t>
            </a:r>
            <a:r>
              <a:rPr lang="en-US" sz="1400">
                <a:cs typeface="Times New Roman"/>
              </a:rPr>
              <a:t>провести</a:t>
            </a:r>
            <a:r>
              <a:rPr lang="en-US" sz="1400">
                <a:cs typeface="Times New Roman"/>
              </a:rPr>
              <a:t> </a:t>
            </a:r>
            <a:r>
              <a:rPr lang="en-US" sz="1400">
                <a:cs typeface="Times New Roman"/>
              </a:rPr>
              <a:t>следующие</a:t>
            </a:r>
            <a:r>
              <a:rPr lang="en-US" sz="1400">
                <a:cs typeface="Times New Roman"/>
              </a:rPr>
              <a:t> </a:t>
            </a:r>
            <a:r>
              <a:rPr lang="en-US" sz="1400">
                <a:cs typeface="Times New Roman"/>
              </a:rPr>
              <a:t>мероприятия</a:t>
            </a:r>
            <a:r>
              <a:rPr lang="en-US" sz="1400">
                <a:cs typeface="Times New Roman"/>
              </a:rPr>
              <a:t>:</a:t>
            </a:r>
            <a:endParaRPr lang="en-US" sz="1400">
              <a:cs typeface="Times New Roman"/>
            </a:endParaRPr>
          </a:p>
          <a:p>
            <a:pPr marL="171450" lvl="0" indent="-171450" algn="l" rtl="0">
              <a:lnSpc>
                <a:spcPct val="120000"/>
              </a:lnSpc>
              <a:spcBef>
                <a:spcPts val="0"/>
              </a:spcBef>
              <a:spcAft>
                <a:spcPts val="0"/>
              </a:spcAft>
              <a:buFont typeface="Arial"/>
              <a:buChar char="•"/>
              <a:defRPr/>
            </a:pPr>
            <a:r>
              <a:rPr lang="en-US" sz="1400">
                <a:cs typeface="Times New Roman"/>
              </a:rPr>
              <a:t>Эвакуацию</a:t>
            </a:r>
            <a:r>
              <a:rPr lang="en-US" sz="1400">
                <a:cs typeface="Times New Roman"/>
              </a:rPr>
              <a:t> </a:t>
            </a:r>
            <a:r>
              <a:rPr lang="en-US" sz="1400">
                <a:cs typeface="Times New Roman"/>
              </a:rPr>
              <a:t>населения</a:t>
            </a:r>
            <a:r>
              <a:rPr lang="en-US" sz="1400">
                <a:cs typeface="Times New Roman"/>
              </a:rPr>
              <a:t> </a:t>
            </a:r>
            <a:r>
              <a:rPr lang="en-US" sz="1400">
                <a:cs typeface="Times New Roman"/>
              </a:rPr>
              <a:t>из</a:t>
            </a:r>
            <a:r>
              <a:rPr lang="en-US" sz="1400">
                <a:cs typeface="Times New Roman"/>
              </a:rPr>
              <a:t> </a:t>
            </a:r>
            <a:r>
              <a:rPr lang="en-US" sz="1400">
                <a:cs typeface="Times New Roman"/>
              </a:rPr>
              <a:t>зоны</a:t>
            </a:r>
            <a:r>
              <a:rPr lang="en-US" sz="1400">
                <a:cs typeface="Times New Roman"/>
              </a:rPr>
              <a:t> </a:t>
            </a:r>
            <a:r>
              <a:rPr lang="en-US" sz="1400">
                <a:cs typeface="Times New Roman"/>
              </a:rPr>
              <a:t>химического</a:t>
            </a:r>
            <a:r>
              <a:rPr lang="en-US" sz="1400">
                <a:cs typeface="Times New Roman"/>
              </a:rPr>
              <a:t> </a:t>
            </a:r>
            <a:r>
              <a:rPr lang="en-US" sz="1400">
                <a:cs typeface="Times New Roman"/>
              </a:rPr>
              <a:t>заражения</a:t>
            </a:r>
            <a:r>
              <a:rPr lang="en-US" sz="1400">
                <a:cs typeface="Times New Roman"/>
              </a:rPr>
              <a:t> </a:t>
            </a:r>
            <a:r>
              <a:rPr lang="en-US" sz="1400">
                <a:cs typeface="Times New Roman"/>
              </a:rPr>
              <a:t>в</a:t>
            </a:r>
            <a:r>
              <a:rPr lang="en-US" sz="1400">
                <a:cs typeface="Times New Roman"/>
              </a:rPr>
              <a:t> </a:t>
            </a:r>
            <a:r>
              <a:rPr lang="en-US" sz="1400">
                <a:cs typeface="Times New Roman"/>
              </a:rPr>
              <a:t>направлении</a:t>
            </a:r>
            <a:r>
              <a:rPr lang="en-US" sz="1400">
                <a:cs typeface="Times New Roman"/>
              </a:rPr>
              <a:t>, </a:t>
            </a:r>
            <a:r>
              <a:rPr lang="en-US" sz="1400">
                <a:cs typeface="Times New Roman"/>
              </a:rPr>
              <a:t>перпендикулярном</a:t>
            </a:r>
            <a:r>
              <a:rPr lang="en-US" sz="1400">
                <a:cs typeface="Times New Roman"/>
              </a:rPr>
              <a:t> </a:t>
            </a:r>
            <a:r>
              <a:rPr lang="en-US" sz="1400">
                <a:cs typeface="Times New Roman"/>
              </a:rPr>
              <a:t>направлению</a:t>
            </a:r>
            <a:r>
              <a:rPr lang="en-US" sz="1400">
                <a:cs typeface="Times New Roman"/>
              </a:rPr>
              <a:t> </a:t>
            </a:r>
            <a:r>
              <a:rPr lang="en-US" sz="1400">
                <a:cs typeface="Times New Roman"/>
              </a:rPr>
              <a:t>ветра</a:t>
            </a:r>
            <a:r>
              <a:rPr lang="en-US" sz="1400">
                <a:cs typeface="Times New Roman"/>
              </a:rPr>
              <a:t>.</a:t>
            </a:r>
            <a:endParaRPr lang="en-US" sz="1400">
              <a:cs typeface="Times New Roman"/>
            </a:endParaRPr>
          </a:p>
          <a:p>
            <a:pPr marL="171450" lvl="0" indent="-171450" algn="l" rtl="0">
              <a:lnSpc>
                <a:spcPct val="120000"/>
              </a:lnSpc>
              <a:spcBef>
                <a:spcPts val="0"/>
              </a:spcBef>
              <a:spcAft>
                <a:spcPts val="0"/>
              </a:spcAft>
              <a:buFont typeface="Arial"/>
              <a:buChar char="•"/>
              <a:defRPr/>
            </a:pPr>
            <a:r>
              <a:rPr lang="en-US" sz="1400">
                <a:cs typeface="Times New Roman"/>
              </a:rPr>
              <a:t>Оповещение</a:t>
            </a:r>
            <a:r>
              <a:rPr lang="en-US" sz="1400">
                <a:cs typeface="Times New Roman"/>
              </a:rPr>
              <a:t> </a:t>
            </a:r>
            <a:r>
              <a:rPr lang="en-US" sz="1400">
                <a:cs typeface="Times New Roman"/>
              </a:rPr>
              <a:t>населения</a:t>
            </a:r>
            <a:r>
              <a:rPr lang="en-US" sz="1400">
                <a:cs typeface="Times New Roman"/>
              </a:rPr>
              <a:t> </a:t>
            </a:r>
            <a:r>
              <a:rPr lang="en-US" sz="1400">
                <a:cs typeface="Times New Roman"/>
              </a:rPr>
              <a:t>об</a:t>
            </a:r>
            <a:r>
              <a:rPr lang="en-US" sz="1400">
                <a:cs typeface="Times New Roman"/>
              </a:rPr>
              <a:t> </a:t>
            </a:r>
            <a:r>
              <a:rPr lang="en-US" sz="1400">
                <a:cs typeface="Times New Roman"/>
              </a:rPr>
              <a:t>использовании</a:t>
            </a:r>
            <a:r>
              <a:rPr lang="en-US" sz="1400">
                <a:cs typeface="Times New Roman"/>
              </a:rPr>
              <a:t> </a:t>
            </a:r>
            <a:r>
              <a:rPr lang="en-US" sz="1400">
                <a:cs typeface="Times New Roman"/>
              </a:rPr>
              <a:t>средств</a:t>
            </a:r>
            <a:r>
              <a:rPr lang="en-US" sz="1400">
                <a:cs typeface="Times New Roman"/>
              </a:rPr>
              <a:t> </a:t>
            </a:r>
            <a:r>
              <a:rPr lang="en-US" sz="1400">
                <a:cs typeface="Times New Roman"/>
              </a:rPr>
              <a:t>индивидуальной</a:t>
            </a:r>
            <a:r>
              <a:rPr lang="en-US" sz="1400">
                <a:cs typeface="Times New Roman"/>
              </a:rPr>
              <a:t> </a:t>
            </a:r>
            <a:r>
              <a:rPr lang="en-US" sz="1400">
                <a:cs typeface="Times New Roman"/>
              </a:rPr>
              <a:t>защиты</a:t>
            </a:r>
            <a:r>
              <a:rPr lang="en-US" sz="1400">
                <a:cs typeface="Times New Roman"/>
              </a:rPr>
              <a:t> </a:t>
            </a:r>
            <a:r>
              <a:rPr lang="en-US" sz="1400">
                <a:cs typeface="Times New Roman"/>
              </a:rPr>
              <a:t>органов</a:t>
            </a:r>
            <a:r>
              <a:rPr lang="en-US" sz="1400">
                <a:cs typeface="Times New Roman"/>
              </a:rPr>
              <a:t> </a:t>
            </a:r>
            <a:r>
              <a:rPr lang="en-US" sz="1400">
                <a:cs typeface="Times New Roman"/>
              </a:rPr>
              <a:t>дыхания</a:t>
            </a:r>
            <a:r>
              <a:rPr lang="en-US" sz="1400">
                <a:cs typeface="Times New Roman"/>
              </a:rPr>
              <a:t> (</a:t>
            </a:r>
            <a:r>
              <a:rPr lang="en-US" sz="1400">
                <a:cs typeface="Times New Roman"/>
              </a:rPr>
              <a:t>ватно</a:t>
            </a:r>
            <a:r>
              <a:rPr lang="en-US" sz="1400">
                <a:cs typeface="Times New Roman"/>
              </a:rPr>
              <a:t>-</a:t>
            </a:r>
            <a:r>
              <a:rPr lang="en-US" sz="1400">
                <a:cs typeface="Times New Roman"/>
              </a:rPr>
              <a:t>марлевые</a:t>
            </a:r>
            <a:r>
              <a:rPr lang="en-US" sz="1400">
                <a:cs typeface="Times New Roman"/>
              </a:rPr>
              <a:t> </a:t>
            </a:r>
            <a:r>
              <a:rPr lang="en-US" sz="1400">
                <a:cs typeface="Times New Roman"/>
              </a:rPr>
              <a:t>повязки</a:t>
            </a:r>
            <a:r>
              <a:rPr lang="en-US" sz="1400">
                <a:cs typeface="Times New Roman"/>
              </a:rPr>
              <a:t>, </a:t>
            </a:r>
            <a:r>
              <a:rPr lang="en-US" sz="1400">
                <a:cs typeface="Times New Roman"/>
              </a:rPr>
              <a:t>противогазы</a:t>
            </a:r>
            <a:r>
              <a:rPr lang="en-US" sz="1400">
                <a:cs typeface="Times New Roman"/>
              </a:rPr>
              <a:t>).</a:t>
            </a:r>
            <a:endParaRPr lang="en-US" sz="1400">
              <a:cs typeface="Times New Roman"/>
            </a:endParaRPr>
          </a:p>
          <a:p>
            <a:pPr marL="171450" lvl="0" indent="-171450" algn="l" rtl="0">
              <a:lnSpc>
                <a:spcPct val="120000"/>
              </a:lnSpc>
              <a:spcBef>
                <a:spcPts val="0"/>
              </a:spcBef>
              <a:spcAft>
                <a:spcPts val="0"/>
              </a:spcAft>
              <a:buFont typeface="Arial"/>
              <a:buChar char="•"/>
              <a:defRPr/>
            </a:pPr>
            <a:r>
              <a:rPr lang="en-US" sz="1400">
                <a:cs typeface="Times New Roman"/>
              </a:rPr>
              <a:t>Обеспечение</a:t>
            </a:r>
            <a:r>
              <a:rPr lang="en-US" sz="1400">
                <a:cs typeface="Times New Roman"/>
              </a:rPr>
              <a:t> </a:t>
            </a:r>
            <a:r>
              <a:rPr lang="en-US" sz="1400">
                <a:cs typeface="Times New Roman"/>
              </a:rPr>
              <a:t>герметизации</a:t>
            </a:r>
            <a:r>
              <a:rPr lang="en-US" sz="1400">
                <a:cs typeface="Times New Roman"/>
              </a:rPr>
              <a:t> </a:t>
            </a:r>
            <a:r>
              <a:rPr lang="en-US" sz="1400">
                <a:cs typeface="Times New Roman"/>
              </a:rPr>
              <a:t>помещений</a:t>
            </a:r>
            <a:r>
              <a:rPr lang="en-US" sz="1400">
                <a:cs typeface="Times New Roman"/>
              </a:rPr>
              <a:t> </a:t>
            </a:r>
            <a:r>
              <a:rPr lang="en-US" sz="1400">
                <a:cs typeface="Times New Roman"/>
              </a:rPr>
              <a:t>для</a:t>
            </a:r>
            <a:r>
              <a:rPr lang="en-US" sz="1400">
                <a:cs typeface="Times New Roman"/>
              </a:rPr>
              <a:t> </a:t>
            </a:r>
            <a:r>
              <a:rPr lang="en-US" sz="1400">
                <a:cs typeface="Times New Roman"/>
              </a:rPr>
              <a:t>населения</a:t>
            </a:r>
            <a:r>
              <a:rPr lang="en-US" sz="1400">
                <a:cs typeface="Times New Roman"/>
              </a:rPr>
              <a:t>, </a:t>
            </a:r>
            <a:r>
              <a:rPr lang="en-US" sz="1400">
                <a:cs typeface="Times New Roman"/>
              </a:rPr>
              <a:t>не</a:t>
            </a:r>
            <a:r>
              <a:rPr lang="en-US" sz="1400">
                <a:cs typeface="Times New Roman"/>
              </a:rPr>
              <a:t> </a:t>
            </a:r>
            <a:r>
              <a:rPr lang="en-US" sz="1400">
                <a:cs typeface="Times New Roman"/>
              </a:rPr>
              <a:t>подлежащего</a:t>
            </a:r>
            <a:r>
              <a:rPr lang="en-US" sz="1400">
                <a:cs typeface="Times New Roman"/>
              </a:rPr>
              <a:t> </a:t>
            </a:r>
            <a:r>
              <a:rPr lang="en-US" sz="1400">
                <a:cs typeface="Times New Roman"/>
              </a:rPr>
              <a:t>эвакуации</a:t>
            </a:r>
            <a:r>
              <a:rPr lang="en-US" sz="1400">
                <a:cs typeface="Times New Roman"/>
              </a:rPr>
              <a:t>.</a:t>
            </a:r>
            <a:endParaRPr lang="en-US" sz="1400">
              <a:cs typeface="Times New Roman"/>
            </a:endParaRPr>
          </a:p>
          <a:p>
            <a:pPr marL="0" lvl="0" indent="0">
              <a:lnSpc>
                <a:spcPct val="120000"/>
              </a:lnSpc>
              <a:spcBef>
                <a:spcPts val="0"/>
              </a:spcBef>
              <a:buNone/>
              <a:defRPr/>
            </a:pPr>
            <a:endParaRPr lang="en-US" sz="1400">
              <a:cs typeface="Times New Roman"/>
            </a:endParaRPr>
          </a:p>
          <a:p>
            <a:pPr marL="0" lvl="0" indent="0">
              <a:lnSpc>
                <a:spcPct val="120000"/>
              </a:lnSpc>
              <a:spcBef>
                <a:spcPts val="0"/>
              </a:spcBef>
              <a:buNone/>
              <a:defRPr/>
            </a:pPr>
            <a:endParaRPr lang="ru-RU" sz="1400">
              <a:cs typeface="Times New Roman"/>
            </a:endParaRPr>
          </a:p>
          <a:p>
            <a:pPr marL="0" lvl="0" indent="0">
              <a:lnSpc>
                <a:spcPct val="120000"/>
              </a:lnSpc>
              <a:spcBef>
                <a:spcPts val="0"/>
              </a:spcBef>
              <a:buNone/>
              <a:defRPr/>
            </a:pPr>
            <a:endParaRPr lang="ru-RU" sz="1400">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91572"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17</a:t>
            </a:fld>
            <a:endParaRPr sz="1400">
              <a:solidFill>
                <a:srgbClr val="000000"/>
              </a:solidFill>
            </a:endParaRPr>
          </a:p>
        </p:txBody>
      </p:sp>
      <p:sp>
        <p:nvSpPr>
          <p:cNvPr id="1889064693" name="Текст 2"/>
          <p:cNvSpPr>
            <a:spLocks noGrp="1"/>
          </p:cNvSpPr>
          <p:nvPr>
            <p:ph type="body" idx="1"/>
          </p:nvPr>
        </p:nvSpPr>
        <p:spPr bwMode="auto">
          <a:xfrm>
            <a:off x="440055" y="281305"/>
            <a:ext cx="6529705" cy="984885"/>
          </a:xfrm>
        </p:spPr>
        <p:txBody>
          <a:bodyPr/>
          <a:lstStyle/>
          <a:p>
            <a:pPr marL="0" indent="0">
              <a:lnSpc>
                <a:spcPct val="100000"/>
              </a:lnSpc>
              <a:spcBef>
                <a:spcPts val="0"/>
              </a:spcBef>
              <a:buNone/>
              <a:defRPr/>
            </a:pPr>
            <a:r>
              <a:rPr lang="ru-RU" b="1">
                <a:solidFill>
                  <a:srgbClr val="FF9400"/>
                </a:solidFill>
              </a:rPr>
              <a:t>Оценка БЖД жителей </a:t>
            </a:r>
            <a:r>
              <a:rPr lang="ru-RU" b="1">
                <a:solidFill>
                  <a:srgbClr val="FF9400"/>
                </a:solidFill>
              </a:rPr>
              <a:t>н.п</a:t>
            </a:r>
            <a:r>
              <a:rPr lang="ru-RU" b="1">
                <a:solidFill>
                  <a:srgbClr val="FF9400"/>
                </a:solidFill>
              </a:rPr>
              <a:t>., персонала объекта и устойчивость функционирования объекта в случае вылива АХОВ.</a:t>
            </a:r>
            <a:endParaRPr/>
          </a:p>
        </p:txBody>
      </p:sp>
      <p:sp>
        <p:nvSpPr>
          <p:cNvPr id="137607726" name="Прямоугольник 1"/>
          <p:cNvSpPr/>
          <p:nvPr/>
        </p:nvSpPr>
        <p:spPr bwMode="auto">
          <a:xfrm>
            <a:off x="440055" y="1276985"/>
            <a:ext cx="8263890" cy="2538095"/>
          </a:xfrm>
          <a:prstGeom prst="rect">
            <a:avLst/>
          </a:prstGeom>
        </p:spPr>
        <p:txBody>
          <a:bodyPr wrap="square" lIns="91440" tIns="45720" rIns="91440" bIns="45720" anchor="t">
            <a:spAutoFit/>
          </a:bodyPr>
          <a:lstStyle/>
          <a:p>
            <a:pPr>
              <a:lnSpc>
                <a:spcPct val="120000"/>
              </a:lnSpc>
              <a:defRPr/>
            </a:pPr>
            <a:r>
              <a:rPr lang="en-US" sz="1500">
                <a:cs typeface="Times New Roman"/>
              </a:rPr>
              <a:t>От</a:t>
            </a:r>
            <a:r>
              <a:rPr lang="en-US" sz="1500">
                <a:cs typeface="Times New Roman"/>
              </a:rPr>
              <a:t> </a:t>
            </a:r>
            <a:r>
              <a:rPr lang="en-US" sz="1500">
                <a:cs typeface="Times New Roman"/>
              </a:rPr>
              <a:t>воздействия</a:t>
            </a:r>
            <a:r>
              <a:rPr lang="en-US" sz="1500">
                <a:cs typeface="Times New Roman"/>
              </a:rPr>
              <a:t> </a:t>
            </a:r>
            <a:r>
              <a:rPr lang="en-US" sz="1500">
                <a:cs typeface="Times New Roman"/>
              </a:rPr>
              <a:t>паров</a:t>
            </a:r>
            <a:r>
              <a:rPr lang="en-US" sz="1500">
                <a:cs typeface="Times New Roman"/>
              </a:rPr>
              <a:t> </a:t>
            </a:r>
            <a:r>
              <a:rPr lang="en-US" sz="1500">
                <a:cs typeface="Times New Roman"/>
              </a:rPr>
              <a:t>фосгена</a:t>
            </a:r>
            <a:r>
              <a:rPr lang="en-US" sz="1500">
                <a:cs typeface="Times New Roman"/>
              </a:rPr>
              <a:t> </a:t>
            </a:r>
            <a:r>
              <a:rPr lang="en-US" sz="1500">
                <a:cs typeface="Times New Roman"/>
              </a:rPr>
              <a:t>получат</a:t>
            </a:r>
            <a:r>
              <a:rPr lang="en-US" sz="1500">
                <a:cs typeface="Times New Roman"/>
              </a:rPr>
              <a:t> </a:t>
            </a:r>
            <a:r>
              <a:rPr lang="en-US" sz="1500">
                <a:cs typeface="Times New Roman"/>
              </a:rPr>
              <a:t>поражения</a:t>
            </a:r>
            <a:r>
              <a:rPr lang="en-US" sz="1500">
                <a:cs typeface="Times New Roman"/>
              </a:rPr>
              <a:t> </a:t>
            </a:r>
            <a:r>
              <a:rPr lang="en-US" sz="1500">
                <a:cs typeface="Times New Roman"/>
              </a:rPr>
              <a:t>различной</a:t>
            </a:r>
            <a:r>
              <a:rPr lang="en-US" sz="1500">
                <a:cs typeface="Times New Roman"/>
              </a:rPr>
              <a:t> </a:t>
            </a:r>
            <a:r>
              <a:rPr lang="en-US" sz="1500">
                <a:cs typeface="Times New Roman"/>
              </a:rPr>
              <a:t>степени</a:t>
            </a:r>
            <a:r>
              <a:rPr lang="en-US" sz="1500">
                <a:cs typeface="Times New Roman"/>
              </a:rPr>
              <a:t> </a:t>
            </a:r>
            <a:r>
              <a:rPr lang="en-US" sz="1500">
                <a:cs typeface="Times New Roman"/>
              </a:rPr>
              <a:t>тяжести</a:t>
            </a:r>
            <a:r>
              <a:rPr lang="en-US" sz="1500">
                <a:cs typeface="Times New Roman"/>
              </a:rPr>
              <a:t> </a:t>
            </a:r>
            <a:r>
              <a:rPr lang="en-US" sz="1500">
                <a:cs typeface="Times New Roman"/>
              </a:rPr>
              <a:t>следующие</a:t>
            </a:r>
            <a:r>
              <a:rPr lang="en-US" sz="1500">
                <a:cs typeface="Times New Roman"/>
              </a:rPr>
              <a:t> </a:t>
            </a:r>
            <a:r>
              <a:rPr lang="en-US" sz="1500">
                <a:cs typeface="Times New Roman"/>
              </a:rPr>
              <a:t>категории</a:t>
            </a:r>
            <a:r>
              <a:rPr lang="en-US" sz="1500">
                <a:cs typeface="Times New Roman"/>
              </a:rPr>
              <a:t> </a:t>
            </a:r>
            <a:r>
              <a:rPr lang="en-US" sz="1500">
                <a:cs typeface="Times New Roman"/>
              </a:rPr>
              <a:t>населения</a:t>
            </a:r>
            <a:r>
              <a:rPr lang="en-US" sz="1500">
                <a:cs typeface="Times New Roman"/>
              </a:rPr>
              <a:t>:</a:t>
            </a:r>
            <a:endParaRPr/>
          </a:p>
          <a:p>
            <a:pPr marL="285750" lvl="0" indent="-285750" algn="l" rtl="0">
              <a:lnSpc>
                <a:spcPct val="120000"/>
              </a:lnSpc>
              <a:spcBef>
                <a:spcPts val="0"/>
              </a:spcBef>
              <a:spcAft>
                <a:spcPts val="0"/>
              </a:spcAft>
              <a:buFont typeface="Arial"/>
              <a:buChar char="•"/>
              <a:defRPr/>
            </a:pPr>
            <a:r>
              <a:rPr lang="en-US" sz="1500">
                <a:cs typeface="Times New Roman"/>
              </a:rPr>
              <a:t>Люди</a:t>
            </a:r>
            <a:r>
              <a:rPr lang="en-US" sz="1500">
                <a:cs typeface="Times New Roman"/>
              </a:rPr>
              <a:t>, </a:t>
            </a:r>
            <a:r>
              <a:rPr lang="en-US" sz="1500">
                <a:cs typeface="Times New Roman"/>
              </a:rPr>
              <a:t>находящиеся</a:t>
            </a:r>
            <a:r>
              <a:rPr lang="en-US" sz="1500">
                <a:cs typeface="Times New Roman"/>
              </a:rPr>
              <a:t> </a:t>
            </a:r>
            <a:r>
              <a:rPr lang="en-US" sz="1500">
                <a:cs typeface="Times New Roman"/>
              </a:rPr>
              <a:t>на</a:t>
            </a:r>
            <a:r>
              <a:rPr lang="en-US" sz="1500">
                <a:cs typeface="Times New Roman"/>
              </a:rPr>
              <a:t> </a:t>
            </a:r>
            <a:r>
              <a:rPr lang="en-US" sz="1500">
                <a:cs typeface="Times New Roman"/>
              </a:rPr>
              <a:t>открытой</a:t>
            </a:r>
            <a:r>
              <a:rPr lang="en-US" sz="1500">
                <a:cs typeface="Times New Roman"/>
              </a:rPr>
              <a:t> </a:t>
            </a:r>
            <a:r>
              <a:rPr lang="en-US" sz="1500">
                <a:cs typeface="Times New Roman"/>
              </a:rPr>
              <a:t>местности</a:t>
            </a:r>
            <a:r>
              <a:rPr lang="en-US" sz="1500">
                <a:cs typeface="Times New Roman"/>
              </a:rPr>
              <a:t> – </a:t>
            </a:r>
            <a:r>
              <a:rPr lang="en-US" sz="1500">
                <a:cs typeface="Times New Roman"/>
              </a:rPr>
              <a:t>получат</a:t>
            </a:r>
            <a:r>
              <a:rPr lang="en-US" sz="1500">
                <a:cs typeface="Times New Roman"/>
              </a:rPr>
              <a:t> </a:t>
            </a:r>
            <a:r>
              <a:rPr lang="en-US" sz="1500">
                <a:cs typeface="Times New Roman"/>
              </a:rPr>
              <a:t>поражения</a:t>
            </a:r>
            <a:r>
              <a:rPr lang="en-US" sz="1500">
                <a:cs typeface="Times New Roman"/>
              </a:rPr>
              <a:t> </a:t>
            </a:r>
            <a:r>
              <a:rPr lang="en-US" sz="1500">
                <a:cs typeface="Times New Roman"/>
              </a:rPr>
              <a:t>тяжелой</a:t>
            </a:r>
            <a:r>
              <a:rPr lang="en-US" sz="1500">
                <a:cs typeface="Times New Roman"/>
              </a:rPr>
              <a:t> </a:t>
            </a:r>
            <a:r>
              <a:rPr lang="en-US" sz="1500">
                <a:cs typeface="Times New Roman"/>
              </a:rPr>
              <a:t>и</a:t>
            </a:r>
            <a:r>
              <a:rPr lang="en-US" sz="1500">
                <a:cs typeface="Times New Roman"/>
              </a:rPr>
              <a:t> </a:t>
            </a:r>
            <a:r>
              <a:rPr lang="en-US" sz="1500">
                <a:cs typeface="Times New Roman"/>
              </a:rPr>
              <a:t>средней</a:t>
            </a:r>
            <a:r>
              <a:rPr lang="en-US" sz="1500">
                <a:cs typeface="Times New Roman"/>
              </a:rPr>
              <a:t> </a:t>
            </a:r>
            <a:r>
              <a:rPr lang="en-US" sz="1500">
                <a:cs typeface="Times New Roman"/>
              </a:rPr>
              <a:t>степени</a:t>
            </a:r>
            <a:r>
              <a:rPr lang="en-US" sz="1500">
                <a:cs typeface="Times New Roman"/>
              </a:rPr>
              <a:t> </a:t>
            </a:r>
            <a:r>
              <a:rPr lang="en-US" sz="1500">
                <a:cs typeface="Times New Roman"/>
              </a:rPr>
              <a:t>тяжести</a:t>
            </a:r>
            <a:r>
              <a:rPr lang="en-US" sz="1500">
                <a:cs typeface="Times New Roman"/>
              </a:rPr>
              <a:t> (</a:t>
            </a:r>
            <a:r>
              <a:rPr lang="en-US" sz="1500">
                <a:cs typeface="Times New Roman"/>
              </a:rPr>
              <a:t>потеря</a:t>
            </a:r>
            <a:r>
              <a:rPr lang="en-US" sz="1500">
                <a:cs typeface="Times New Roman"/>
              </a:rPr>
              <a:t> </a:t>
            </a:r>
            <a:r>
              <a:rPr lang="en-US" sz="1500">
                <a:cs typeface="Times New Roman"/>
              </a:rPr>
              <a:t>сознания</a:t>
            </a:r>
            <a:r>
              <a:rPr lang="en-US" sz="1500">
                <a:cs typeface="Times New Roman"/>
              </a:rPr>
              <a:t>, </a:t>
            </a:r>
            <a:r>
              <a:rPr lang="en-US" sz="1500">
                <a:cs typeface="Times New Roman"/>
              </a:rPr>
              <a:t>судороги</a:t>
            </a:r>
            <a:r>
              <a:rPr lang="en-US" sz="1500">
                <a:cs typeface="Times New Roman"/>
              </a:rPr>
              <a:t>, </a:t>
            </a:r>
            <a:r>
              <a:rPr lang="en-US" sz="1500">
                <a:cs typeface="Times New Roman"/>
              </a:rPr>
              <a:t>острый</a:t>
            </a:r>
            <a:r>
              <a:rPr lang="en-US" sz="1500">
                <a:cs typeface="Times New Roman"/>
              </a:rPr>
              <a:t> </a:t>
            </a:r>
            <a:r>
              <a:rPr lang="en-US" sz="1500">
                <a:cs typeface="Times New Roman"/>
              </a:rPr>
              <a:t>отек</a:t>
            </a:r>
            <a:r>
              <a:rPr lang="en-US" sz="1500">
                <a:cs typeface="Times New Roman"/>
              </a:rPr>
              <a:t> </a:t>
            </a:r>
            <a:r>
              <a:rPr lang="en-US" sz="1500">
                <a:cs typeface="Times New Roman"/>
              </a:rPr>
              <a:t>легких</a:t>
            </a:r>
            <a:r>
              <a:rPr lang="en-US" sz="1500">
                <a:cs typeface="Times New Roman"/>
              </a:rPr>
              <a:t> </a:t>
            </a:r>
            <a:r>
              <a:rPr lang="en-US" sz="1500">
                <a:cs typeface="Times New Roman"/>
              </a:rPr>
              <a:t>с</a:t>
            </a:r>
            <a:r>
              <a:rPr lang="en-US" sz="1500">
                <a:cs typeface="Times New Roman"/>
              </a:rPr>
              <a:t> </a:t>
            </a:r>
            <a:r>
              <a:rPr lang="en-US" sz="1500">
                <a:cs typeface="Times New Roman"/>
              </a:rPr>
              <a:t>летальным</a:t>
            </a:r>
            <a:r>
              <a:rPr lang="en-US" sz="1500">
                <a:cs typeface="Times New Roman"/>
              </a:rPr>
              <a:t> </a:t>
            </a:r>
            <a:r>
              <a:rPr lang="en-US" sz="1500">
                <a:cs typeface="Times New Roman"/>
              </a:rPr>
              <a:t>исходом</a:t>
            </a:r>
            <a:r>
              <a:rPr lang="en-US" sz="1500">
                <a:cs typeface="Times New Roman"/>
              </a:rPr>
              <a:t> </a:t>
            </a:r>
            <a:r>
              <a:rPr lang="en-US" sz="1500">
                <a:cs typeface="Times New Roman"/>
              </a:rPr>
              <a:t>при</a:t>
            </a:r>
            <a:r>
              <a:rPr lang="en-US" sz="1500">
                <a:cs typeface="Times New Roman"/>
              </a:rPr>
              <a:t> </a:t>
            </a:r>
            <a:r>
              <a:rPr lang="en-US" sz="1500">
                <a:cs typeface="Times New Roman"/>
              </a:rPr>
              <a:t>времени</a:t>
            </a:r>
            <a:r>
              <a:rPr lang="en-US" sz="1500">
                <a:cs typeface="Times New Roman"/>
              </a:rPr>
              <a:t> </a:t>
            </a:r>
            <a:r>
              <a:rPr lang="en-US" sz="1500">
                <a:cs typeface="Times New Roman"/>
              </a:rPr>
              <a:t>экспозиции</a:t>
            </a:r>
            <a:r>
              <a:rPr lang="en-US" sz="1500">
                <a:cs typeface="Times New Roman"/>
              </a:rPr>
              <a:t> </a:t>
            </a:r>
            <a:r>
              <a:rPr lang="en-US" sz="1500">
                <a:cs typeface="Times New Roman"/>
              </a:rPr>
              <a:t>более</a:t>
            </a:r>
            <a:r>
              <a:rPr lang="en-US" sz="1500">
                <a:cs typeface="Times New Roman"/>
              </a:rPr>
              <a:t> 20-30 </a:t>
            </a:r>
            <a:r>
              <a:rPr lang="en-US" sz="1500">
                <a:cs typeface="Times New Roman"/>
              </a:rPr>
              <a:t>минут</a:t>
            </a:r>
            <a:r>
              <a:rPr lang="en-US" sz="1500">
                <a:cs typeface="Times New Roman"/>
              </a:rPr>
              <a:t>).</a:t>
            </a:r>
            <a:endParaRPr lang="en-US" sz="1500">
              <a:cs typeface="Times New Roman"/>
            </a:endParaRPr>
          </a:p>
          <a:p>
            <a:pPr marL="285750" lvl="0" indent="-285750" algn="l" rtl="0">
              <a:lnSpc>
                <a:spcPct val="120000"/>
              </a:lnSpc>
              <a:spcBef>
                <a:spcPts val="0"/>
              </a:spcBef>
              <a:spcAft>
                <a:spcPts val="0"/>
              </a:spcAft>
              <a:buFont typeface="Arial"/>
              <a:buChar char="•"/>
              <a:defRPr/>
            </a:pPr>
            <a:r>
              <a:rPr lang="en-US" sz="1500">
                <a:cs typeface="Times New Roman"/>
              </a:rPr>
              <a:t>Люди</a:t>
            </a:r>
            <a:r>
              <a:rPr lang="en-US" sz="1500">
                <a:cs typeface="Times New Roman"/>
              </a:rPr>
              <a:t>, </a:t>
            </a:r>
            <a:r>
              <a:rPr lang="en-US" sz="1500">
                <a:cs typeface="Times New Roman"/>
              </a:rPr>
              <a:t>находящиеся</a:t>
            </a:r>
            <a:r>
              <a:rPr lang="en-US" sz="1500">
                <a:cs typeface="Times New Roman"/>
              </a:rPr>
              <a:t> </a:t>
            </a:r>
            <a:r>
              <a:rPr lang="en-US" sz="1500">
                <a:cs typeface="Times New Roman"/>
              </a:rPr>
              <a:t>в</a:t>
            </a:r>
            <a:r>
              <a:rPr lang="en-US" sz="1500">
                <a:cs typeface="Times New Roman"/>
              </a:rPr>
              <a:t> </a:t>
            </a:r>
            <a:r>
              <a:rPr lang="en-US" sz="1500">
                <a:cs typeface="Times New Roman"/>
              </a:rPr>
              <a:t>простейших</a:t>
            </a:r>
            <a:r>
              <a:rPr lang="en-US" sz="1500">
                <a:cs typeface="Times New Roman"/>
              </a:rPr>
              <a:t> </a:t>
            </a:r>
            <a:r>
              <a:rPr lang="en-US" sz="1500">
                <a:cs typeface="Times New Roman"/>
              </a:rPr>
              <a:t>укрытиях</a:t>
            </a:r>
            <a:r>
              <a:rPr lang="en-US" sz="1500">
                <a:cs typeface="Times New Roman"/>
              </a:rPr>
              <a:t> </a:t>
            </a:r>
            <a:r>
              <a:rPr lang="en-US" sz="1500">
                <a:cs typeface="Times New Roman"/>
              </a:rPr>
              <a:t>и</a:t>
            </a:r>
            <a:r>
              <a:rPr lang="en-US" sz="1500">
                <a:cs typeface="Times New Roman"/>
              </a:rPr>
              <a:t> </a:t>
            </a:r>
            <a:r>
              <a:rPr lang="en-US" sz="1500">
                <a:cs typeface="Times New Roman"/>
              </a:rPr>
              <a:t>зданиях</a:t>
            </a:r>
            <a:r>
              <a:rPr lang="en-US" sz="1500">
                <a:cs typeface="Times New Roman"/>
              </a:rPr>
              <a:t> – </a:t>
            </a:r>
            <a:r>
              <a:rPr lang="en-US" sz="1500">
                <a:cs typeface="Times New Roman"/>
              </a:rPr>
              <a:t>получат</a:t>
            </a:r>
            <a:r>
              <a:rPr lang="en-US" sz="1500">
                <a:cs typeface="Times New Roman"/>
              </a:rPr>
              <a:t> </a:t>
            </a:r>
            <a:r>
              <a:rPr lang="en-US" sz="1500">
                <a:cs typeface="Times New Roman"/>
              </a:rPr>
              <a:t>поражения</a:t>
            </a:r>
            <a:r>
              <a:rPr lang="en-US" sz="1500">
                <a:cs typeface="Times New Roman"/>
              </a:rPr>
              <a:t> </a:t>
            </a:r>
            <a:r>
              <a:rPr lang="en-US" sz="1500">
                <a:cs typeface="Times New Roman"/>
              </a:rPr>
              <a:t>средней</a:t>
            </a:r>
            <a:r>
              <a:rPr lang="en-US" sz="1500">
                <a:cs typeface="Times New Roman"/>
              </a:rPr>
              <a:t> </a:t>
            </a:r>
            <a:r>
              <a:rPr lang="en-US" sz="1500">
                <a:cs typeface="Times New Roman"/>
              </a:rPr>
              <a:t>и</a:t>
            </a:r>
            <a:r>
              <a:rPr lang="en-US" sz="1500">
                <a:cs typeface="Times New Roman"/>
              </a:rPr>
              <a:t> </a:t>
            </a:r>
            <a:r>
              <a:rPr lang="en-US" sz="1500">
                <a:cs typeface="Times New Roman"/>
              </a:rPr>
              <a:t>легкой</a:t>
            </a:r>
            <a:r>
              <a:rPr lang="en-US" sz="1500">
                <a:cs typeface="Times New Roman"/>
              </a:rPr>
              <a:t> </a:t>
            </a:r>
            <a:r>
              <a:rPr lang="en-US" sz="1500">
                <a:cs typeface="Times New Roman"/>
              </a:rPr>
              <a:t>степени</a:t>
            </a:r>
            <a:r>
              <a:rPr lang="en-US" sz="1500">
                <a:cs typeface="Times New Roman"/>
              </a:rPr>
              <a:t> </a:t>
            </a:r>
            <a:r>
              <a:rPr lang="en-US" sz="1500">
                <a:cs typeface="Times New Roman"/>
              </a:rPr>
              <a:t>тяжести</a:t>
            </a:r>
            <a:r>
              <a:rPr lang="en-US" sz="1500">
                <a:cs typeface="Times New Roman"/>
              </a:rPr>
              <a:t> (</a:t>
            </a:r>
            <a:r>
              <a:rPr lang="en-US" sz="1500">
                <a:cs typeface="Times New Roman"/>
              </a:rPr>
              <a:t>резь</a:t>
            </a:r>
            <a:r>
              <a:rPr lang="en-US" sz="1500">
                <a:cs typeface="Times New Roman"/>
              </a:rPr>
              <a:t> </a:t>
            </a:r>
            <a:r>
              <a:rPr lang="en-US" sz="1500">
                <a:cs typeface="Times New Roman"/>
              </a:rPr>
              <a:t>в</a:t>
            </a:r>
            <a:r>
              <a:rPr lang="en-US" sz="1500">
                <a:cs typeface="Times New Roman"/>
              </a:rPr>
              <a:t> </a:t>
            </a:r>
            <a:r>
              <a:rPr lang="en-US" sz="1500">
                <a:cs typeface="Times New Roman"/>
              </a:rPr>
              <a:t>глазах</a:t>
            </a:r>
            <a:r>
              <a:rPr lang="en-US" sz="1500">
                <a:cs typeface="Times New Roman"/>
              </a:rPr>
              <a:t>, </a:t>
            </a:r>
            <a:r>
              <a:rPr lang="en-US" sz="1500">
                <a:cs typeface="Times New Roman"/>
              </a:rPr>
              <a:t>слезотечение</a:t>
            </a:r>
            <a:r>
              <a:rPr lang="en-US" sz="1500">
                <a:cs typeface="Times New Roman"/>
              </a:rPr>
              <a:t>, </a:t>
            </a:r>
            <a:r>
              <a:rPr lang="en-US" sz="1500">
                <a:cs typeface="Times New Roman"/>
              </a:rPr>
              <a:t>тошнота</a:t>
            </a:r>
            <a:r>
              <a:rPr lang="en-US" sz="1500">
                <a:cs typeface="Times New Roman"/>
              </a:rPr>
              <a:t>, </a:t>
            </a:r>
            <a:r>
              <a:rPr lang="en-US" sz="1500">
                <a:cs typeface="Times New Roman"/>
              </a:rPr>
              <a:t>рвота</a:t>
            </a:r>
            <a:r>
              <a:rPr lang="en-US" sz="1500">
                <a:cs typeface="Times New Roman"/>
              </a:rPr>
              <a:t>, </a:t>
            </a:r>
            <a:r>
              <a:rPr lang="en-US" sz="1500">
                <a:cs typeface="Times New Roman"/>
              </a:rPr>
              <a:t>головокружение</a:t>
            </a:r>
            <a:r>
              <a:rPr lang="en-US" sz="1500">
                <a:cs typeface="Times New Roman"/>
              </a:rPr>
              <a:t>)</a:t>
            </a:r>
            <a:r>
              <a:rPr lang="ru-RU" sz="1500">
                <a:cs typeface="Times New Roman"/>
              </a:rPr>
              <a:t>.</a:t>
            </a:r>
            <a:endParaRPr lang="en-US" sz="1500">
              <a:cs typeface="Times New Roman"/>
            </a:endParaRPr>
          </a:p>
          <a:p>
            <a:pPr>
              <a:defRPr/>
            </a:pPr>
            <a:endParaRPr lang="en-US" sz="1500">
              <a:solidFill>
                <a:srgbClr val="4D4E4F"/>
              </a:solidFill>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0618205"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en-US"/>
              <a:t>Инженерно-технические мероприятия: </a:t>
            </a:r>
            <a:endParaRPr/>
          </a:p>
        </p:txBody>
      </p:sp>
      <p:sp>
        <p:nvSpPr>
          <p:cNvPr id="245988617"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18</a:t>
            </a:fld>
            <a:endParaRPr sz="1400">
              <a:solidFill>
                <a:srgbClr val="000000"/>
              </a:solidFill>
            </a:endParaRPr>
          </a:p>
        </p:txBody>
      </p:sp>
      <p:sp>
        <p:nvSpPr>
          <p:cNvPr id="1055853306" name="Google Shape;36;p6"/>
          <p:cNvSpPr txBox="1">
            <a:spLocks noGrp="1"/>
          </p:cNvSpPr>
          <p:nvPr>
            <p:ph type="body" idx="1"/>
          </p:nvPr>
        </p:nvSpPr>
        <p:spPr bwMode="auto">
          <a:xfrm>
            <a:off x="438149" y="693420"/>
            <a:ext cx="8264525" cy="4418965"/>
          </a:xfrm>
          <a:prstGeom prst="rect">
            <a:avLst/>
          </a:prstGeom>
        </p:spPr>
        <p:txBody>
          <a:bodyPr spcFirstLastPara="1" wrap="square" lIns="19025" tIns="19025" rIns="19025" bIns="19025" anchor="t" anchorCtr="0">
            <a:noAutofit/>
          </a:bodyPr>
          <a:lstStyle/>
          <a:p>
            <a:pPr marL="0" lvl="0" indent="457200" algn="l" rtl="0">
              <a:lnSpc>
                <a:spcPct val="120000"/>
              </a:lnSpc>
              <a:spcBef>
                <a:spcPts val="0"/>
              </a:spcBef>
              <a:spcAft>
                <a:spcPts val="0"/>
              </a:spcAft>
              <a:buNone/>
              <a:defRPr/>
            </a:pPr>
            <a:r>
              <a:rPr lang="en-US" sz="1400" b="1" i="1"/>
              <a:t>Инженерно</a:t>
            </a:r>
            <a:r>
              <a:rPr lang="en-US" sz="1400" b="1" i="1"/>
              <a:t>-</a:t>
            </a:r>
            <a:r>
              <a:rPr lang="en-US" sz="1400" b="1" i="1"/>
              <a:t>технические</a:t>
            </a:r>
            <a:r>
              <a:rPr lang="en-US" sz="1400" b="1" i="1"/>
              <a:t> </a:t>
            </a:r>
            <a:r>
              <a:rPr lang="en-US" sz="1400" b="1" i="1"/>
              <a:t>мероприятия</a:t>
            </a:r>
            <a:r>
              <a:rPr lang="en-US" sz="1400" b="1" i="1"/>
              <a:t> </a:t>
            </a:r>
            <a:r>
              <a:rPr lang="en-US" sz="1400" b="1" i="1"/>
              <a:t>на</a:t>
            </a:r>
            <a:r>
              <a:rPr lang="en-US" sz="1400" b="1" i="1"/>
              <a:t> </a:t>
            </a:r>
            <a:r>
              <a:rPr lang="en-US" sz="1400" b="1" i="1"/>
              <a:t>химически</a:t>
            </a:r>
            <a:r>
              <a:rPr lang="en-US" sz="1400" b="1" i="1"/>
              <a:t> </a:t>
            </a:r>
            <a:r>
              <a:rPr lang="en-US" sz="1400" b="1" i="1"/>
              <a:t>опасном</a:t>
            </a:r>
            <a:r>
              <a:rPr lang="en-US" sz="1400" b="1" i="1"/>
              <a:t> </a:t>
            </a:r>
            <a:r>
              <a:rPr lang="en-US" sz="1400" b="1" i="1"/>
              <a:t>объекте</a:t>
            </a:r>
            <a:r>
              <a:rPr lang="en-US" sz="1400" b="1" i="1"/>
              <a:t> </a:t>
            </a:r>
            <a:r>
              <a:rPr lang="en-US" sz="1400" b="1" i="1"/>
              <a:t>должны</a:t>
            </a:r>
            <a:r>
              <a:rPr lang="en-US" sz="1400" b="1" i="1"/>
              <a:t> </a:t>
            </a:r>
            <a:r>
              <a:rPr lang="en-US" sz="1400" b="1" i="1"/>
              <a:t>включать</a:t>
            </a:r>
            <a:r>
              <a:rPr lang="en-US" sz="1400" b="1" i="1"/>
              <a:t>: </a:t>
            </a:r>
            <a:endParaRPr/>
          </a:p>
          <a:p>
            <a:pPr marL="0" indent="457200">
              <a:lnSpc>
                <a:spcPct val="120000"/>
              </a:lnSpc>
              <a:spcBef>
                <a:spcPts val="0"/>
              </a:spcBef>
              <a:buNone/>
              <a:defRPr/>
            </a:pPr>
            <a:r>
              <a:rPr lang="en-US" sz="1400"/>
              <a:t>размещение</a:t>
            </a:r>
            <a:r>
              <a:rPr lang="en-US" sz="1400"/>
              <a:t> </a:t>
            </a:r>
            <a:r>
              <a:rPr lang="en-US" sz="1400"/>
              <a:t>запасов</a:t>
            </a:r>
            <a:r>
              <a:rPr lang="en-US" sz="1400"/>
              <a:t> </a:t>
            </a:r>
            <a:r>
              <a:rPr lang="en-US" sz="1400"/>
              <a:t>фосгена</a:t>
            </a:r>
            <a:r>
              <a:rPr lang="en-US" sz="1400"/>
              <a:t> в</a:t>
            </a:r>
            <a:r>
              <a:rPr lang="en-US" sz="1400"/>
              <a:t> </a:t>
            </a:r>
            <a:r>
              <a:rPr lang="en-US" sz="1400"/>
              <a:t>обвалованных</a:t>
            </a:r>
            <a:r>
              <a:rPr lang="en-US" sz="1400"/>
              <a:t> </a:t>
            </a:r>
            <a:r>
              <a:rPr lang="en-US" sz="1400"/>
              <a:t>или</a:t>
            </a:r>
            <a:r>
              <a:rPr lang="en-US" sz="1400"/>
              <a:t> </a:t>
            </a:r>
            <a:r>
              <a:rPr lang="en-US" sz="1400"/>
              <a:t>заглубленных</a:t>
            </a:r>
            <a:r>
              <a:rPr lang="en-US" sz="1400"/>
              <a:t> </a:t>
            </a:r>
            <a:r>
              <a:rPr lang="en-US" sz="1400"/>
              <a:t>резервуарах</a:t>
            </a:r>
            <a:r>
              <a:rPr lang="en-US" sz="1400"/>
              <a:t> </a:t>
            </a:r>
            <a:r>
              <a:rPr lang="en-US" sz="1400"/>
              <a:t>с</a:t>
            </a:r>
            <a:r>
              <a:rPr lang="en-US" sz="1400"/>
              <a:t> </a:t>
            </a:r>
            <a:r>
              <a:rPr lang="en-US" sz="1400"/>
              <a:t>устройством</a:t>
            </a:r>
            <a:r>
              <a:rPr lang="en-US" sz="1400"/>
              <a:t> </a:t>
            </a:r>
            <a:r>
              <a:rPr lang="en-US" sz="1400"/>
              <a:t>аварийных</a:t>
            </a:r>
            <a:r>
              <a:rPr lang="en-US" sz="1400"/>
              <a:t> </a:t>
            </a:r>
            <a:r>
              <a:rPr lang="en-US" sz="1400"/>
              <a:t>резервуаров</a:t>
            </a:r>
            <a:r>
              <a:rPr lang="en-US" sz="1400"/>
              <a:t>-</a:t>
            </a:r>
            <a:r>
              <a:rPr lang="en-US" sz="1400"/>
              <a:t>ловушек</a:t>
            </a:r>
            <a:r>
              <a:rPr lang="en-US" sz="1400"/>
              <a:t>; </a:t>
            </a:r>
            <a:r>
              <a:rPr lang="en-US" sz="1400"/>
              <a:t>оснащение</a:t>
            </a:r>
            <a:r>
              <a:rPr lang="en-US" sz="1400"/>
              <a:t> </a:t>
            </a:r>
            <a:r>
              <a:rPr lang="en-US" sz="1400"/>
              <a:t>емкостей</a:t>
            </a:r>
            <a:r>
              <a:rPr lang="en-US" sz="1400"/>
              <a:t> </a:t>
            </a:r>
            <a:r>
              <a:rPr lang="en-US" sz="1400"/>
              <a:t>системами</a:t>
            </a:r>
            <a:r>
              <a:rPr lang="en-US" sz="1400"/>
              <a:t> </a:t>
            </a:r>
            <a:r>
              <a:rPr lang="en-US" sz="1400"/>
              <a:t>автоматического</a:t>
            </a:r>
            <a:r>
              <a:rPr lang="en-US" sz="1400"/>
              <a:t> </a:t>
            </a:r>
            <a:r>
              <a:rPr lang="en-US" sz="1400"/>
              <a:t>контроля</a:t>
            </a:r>
            <a:r>
              <a:rPr lang="en-US" sz="1400"/>
              <a:t> </a:t>
            </a:r>
            <a:r>
              <a:rPr lang="en-US" sz="1400"/>
              <a:t>и</a:t>
            </a:r>
            <a:r>
              <a:rPr lang="en-US" sz="1400"/>
              <a:t> </a:t>
            </a:r>
            <a:r>
              <a:rPr lang="en-US" sz="1400"/>
              <a:t>аварийной</a:t>
            </a:r>
            <a:r>
              <a:rPr lang="en-US" sz="1400"/>
              <a:t> </a:t>
            </a:r>
            <a:r>
              <a:rPr lang="en-US" sz="1400"/>
              <a:t>сигнализации</a:t>
            </a:r>
            <a:r>
              <a:rPr lang="en-US" sz="1400"/>
              <a:t>; </a:t>
            </a:r>
            <a:r>
              <a:rPr lang="en-US" sz="1400"/>
              <a:t>создание</a:t>
            </a:r>
            <a:r>
              <a:rPr lang="en-US" sz="1400"/>
              <a:t> </a:t>
            </a:r>
            <a:r>
              <a:rPr lang="en-US" sz="1400"/>
              <a:t>на</a:t>
            </a:r>
            <a:r>
              <a:rPr lang="en-US" sz="1400"/>
              <a:t> </a:t>
            </a:r>
            <a:r>
              <a:rPr lang="en-US" sz="1400"/>
              <a:t>подходах</a:t>
            </a:r>
            <a:r>
              <a:rPr lang="en-US" sz="1400"/>
              <a:t> </a:t>
            </a:r>
            <a:r>
              <a:rPr lang="en-US" sz="1400"/>
              <a:t>к</a:t>
            </a:r>
            <a:r>
              <a:rPr lang="en-US" sz="1400"/>
              <a:t> </a:t>
            </a:r>
            <a:r>
              <a:rPr lang="en-US" sz="1400"/>
              <a:t>населенному</a:t>
            </a:r>
            <a:r>
              <a:rPr lang="en-US" sz="1400"/>
              <a:t> </a:t>
            </a:r>
            <a:r>
              <a:rPr lang="en-US" sz="1400"/>
              <a:t>пункту</a:t>
            </a:r>
            <a:r>
              <a:rPr lang="en-US" sz="1400"/>
              <a:t> </a:t>
            </a:r>
            <a:r>
              <a:rPr lang="en-US" sz="1400"/>
              <a:t>Перекаты</a:t>
            </a:r>
            <a:r>
              <a:rPr lang="en-US" sz="1400"/>
              <a:t> </a:t>
            </a:r>
            <a:r>
              <a:rPr lang="en-US" sz="1400"/>
              <a:t>рубежей</a:t>
            </a:r>
            <a:r>
              <a:rPr lang="en-US" sz="1400"/>
              <a:t> </a:t>
            </a:r>
            <a:r>
              <a:rPr lang="en-US" sz="1400"/>
              <a:t>для</a:t>
            </a:r>
            <a:r>
              <a:rPr lang="en-US" sz="1400"/>
              <a:t> </a:t>
            </a:r>
            <a:r>
              <a:rPr lang="en-US" sz="1400"/>
              <a:t>постановки</a:t>
            </a:r>
            <a:r>
              <a:rPr lang="en-US" sz="1400"/>
              <a:t> </a:t>
            </a:r>
            <a:r>
              <a:rPr lang="en-US" sz="1400"/>
              <a:t>водяных</a:t>
            </a:r>
            <a:r>
              <a:rPr lang="en-US" sz="1400"/>
              <a:t> </a:t>
            </a:r>
            <a:r>
              <a:rPr lang="en-US" sz="1400"/>
              <a:t>завес</a:t>
            </a:r>
            <a:r>
              <a:rPr lang="en-US" sz="1400"/>
              <a:t>.</a:t>
            </a:r>
            <a:endParaRPr/>
          </a:p>
          <a:p>
            <a:pPr marL="0" lvl="0" indent="457200" algn="l" rtl="0">
              <a:lnSpc>
                <a:spcPct val="120000"/>
              </a:lnSpc>
              <a:spcBef>
                <a:spcPts val="0"/>
              </a:spcBef>
              <a:spcAft>
                <a:spcPts val="0"/>
              </a:spcAft>
              <a:buNone/>
              <a:defRPr/>
            </a:pPr>
            <a:endParaRPr lang="en-US" sz="1400" b="1" i="1"/>
          </a:p>
          <a:p>
            <a:pPr marL="0" indent="457200">
              <a:lnSpc>
                <a:spcPct val="120000"/>
              </a:lnSpc>
              <a:spcBef>
                <a:spcPts val="0"/>
              </a:spcBef>
              <a:buNone/>
              <a:defRPr/>
            </a:pPr>
            <a:r>
              <a:rPr lang="en-US" sz="1400" b="1" i="1"/>
              <a:t>Организационные</a:t>
            </a:r>
            <a:r>
              <a:rPr lang="en-US" sz="1400" b="1" i="1"/>
              <a:t> </a:t>
            </a:r>
            <a:r>
              <a:rPr lang="en-US" sz="1400" b="1" i="1"/>
              <a:t>мероприятия</a:t>
            </a:r>
            <a:r>
              <a:rPr lang="en-US" sz="1400" b="1" i="1"/>
              <a:t> </a:t>
            </a:r>
            <a:r>
              <a:rPr lang="en-US" sz="1400" b="1" i="1"/>
              <a:t>предусматривают</a:t>
            </a:r>
            <a:r>
              <a:rPr lang="en-US" sz="1400" b="1" i="1"/>
              <a:t>: </a:t>
            </a:r>
            <a:r>
              <a:rPr lang="en-US" sz="1400"/>
              <a:t>создание</a:t>
            </a:r>
            <a:r>
              <a:rPr lang="en-US" sz="1400"/>
              <a:t> </a:t>
            </a:r>
            <a:r>
              <a:rPr lang="en-US" sz="1400"/>
              <a:t>и</a:t>
            </a:r>
            <a:r>
              <a:rPr lang="en-US" sz="1400"/>
              <a:t> </a:t>
            </a:r>
            <a:r>
              <a:rPr lang="en-US" sz="1400"/>
              <a:t>поддержание</a:t>
            </a:r>
            <a:r>
              <a:rPr lang="en-US" sz="1400"/>
              <a:t> </a:t>
            </a:r>
            <a:r>
              <a:rPr lang="en-US" sz="1400"/>
              <a:t>в</a:t>
            </a:r>
            <a:r>
              <a:rPr lang="en-US" sz="1400"/>
              <a:t> </a:t>
            </a:r>
            <a:r>
              <a:rPr lang="en-US" sz="1400"/>
              <a:t>готовности</a:t>
            </a:r>
            <a:r>
              <a:rPr lang="en-US" sz="1400"/>
              <a:t> </a:t>
            </a:r>
            <a:r>
              <a:rPr lang="en-US" sz="1400"/>
              <a:t>системы</a:t>
            </a:r>
            <a:r>
              <a:rPr lang="en-US" sz="1400"/>
              <a:t> </a:t>
            </a:r>
            <a:r>
              <a:rPr lang="en-US" sz="1400"/>
              <a:t>оповещения</a:t>
            </a:r>
            <a:r>
              <a:rPr lang="en-US" sz="1400"/>
              <a:t> </a:t>
            </a:r>
            <a:r>
              <a:rPr lang="en-US" sz="1400"/>
              <a:t>персонала</a:t>
            </a:r>
            <a:r>
              <a:rPr lang="en-US" sz="1400"/>
              <a:t> </a:t>
            </a:r>
            <a:r>
              <a:rPr lang="en-US" sz="1400"/>
              <a:t>и</a:t>
            </a:r>
            <a:r>
              <a:rPr lang="en-US" sz="1400"/>
              <a:t> </a:t>
            </a:r>
            <a:r>
              <a:rPr lang="en-US" sz="1400"/>
              <a:t>населения</a:t>
            </a:r>
            <a:r>
              <a:rPr lang="en-US" sz="1400"/>
              <a:t>; </a:t>
            </a:r>
            <a:r>
              <a:rPr lang="en-US" sz="1400"/>
              <a:t>обеспечение</a:t>
            </a:r>
            <a:r>
              <a:rPr lang="en-US" sz="1400"/>
              <a:t> 100% </a:t>
            </a:r>
            <a:r>
              <a:rPr lang="en-US" sz="1400"/>
              <a:t>работников</a:t>
            </a:r>
            <a:r>
              <a:rPr lang="en-US" sz="1400"/>
              <a:t> </a:t>
            </a:r>
            <a:r>
              <a:rPr lang="en-US" sz="1400"/>
              <a:t>объекта</a:t>
            </a:r>
            <a:r>
              <a:rPr lang="en-US" sz="1400"/>
              <a:t> </a:t>
            </a:r>
            <a:r>
              <a:rPr lang="en-US" sz="1400"/>
              <a:t>и</a:t>
            </a:r>
            <a:r>
              <a:rPr lang="en-US" sz="1400"/>
              <a:t> </a:t>
            </a:r>
            <a:r>
              <a:rPr lang="en-US" sz="1400"/>
              <a:t>населения</a:t>
            </a:r>
            <a:r>
              <a:rPr lang="en-US" sz="1400"/>
              <a:t> </a:t>
            </a:r>
            <a:r>
              <a:rPr lang="en-US" sz="1400"/>
              <a:t>в</a:t>
            </a:r>
            <a:r>
              <a:rPr lang="en-US" sz="1400"/>
              <a:t> </a:t>
            </a:r>
            <a:r>
              <a:rPr lang="en-US" sz="1400"/>
              <a:t>н</a:t>
            </a:r>
            <a:r>
              <a:rPr lang="en-US" sz="1400"/>
              <a:t>.</a:t>
            </a:r>
            <a:r>
              <a:rPr lang="en-US" sz="1400"/>
              <a:t>п</a:t>
            </a:r>
            <a:r>
              <a:rPr lang="en-US" sz="1400"/>
              <a:t>. </a:t>
            </a:r>
            <a:r>
              <a:rPr lang="en-US" sz="1400"/>
              <a:t>Перекаты</a:t>
            </a:r>
            <a:r>
              <a:rPr lang="en-US" sz="1400"/>
              <a:t> </a:t>
            </a:r>
            <a:r>
              <a:rPr lang="en-US" sz="1400"/>
              <a:t>средствами</a:t>
            </a:r>
            <a:r>
              <a:rPr lang="en-US" sz="1400"/>
              <a:t> </a:t>
            </a:r>
            <a:r>
              <a:rPr lang="en-US" sz="1400"/>
              <a:t>индивидуальной</a:t>
            </a:r>
            <a:r>
              <a:rPr lang="en-US" sz="1400"/>
              <a:t> </a:t>
            </a:r>
            <a:r>
              <a:rPr lang="en-US" sz="1400"/>
              <a:t>защиты</a:t>
            </a:r>
            <a:r>
              <a:rPr lang="en-US" sz="1400"/>
              <a:t> </a:t>
            </a:r>
            <a:r>
              <a:rPr lang="en-US" sz="1400"/>
              <a:t>органов</a:t>
            </a:r>
            <a:r>
              <a:rPr lang="en-US" sz="1400"/>
              <a:t> </a:t>
            </a:r>
            <a:r>
              <a:rPr lang="en-US" sz="1400"/>
              <a:t>дыхания</a:t>
            </a:r>
            <a:r>
              <a:rPr lang="en-US" sz="1400"/>
              <a:t>; </a:t>
            </a:r>
            <a:r>
              <a:rPr lang="en-US" sz="1400"/>
              <a:t>заблаговременное</a:t>
            </a:r>
            <a:r>
              <a:rPr lang="en-US" sz="1400"/>
              <a:t> </a:t>
            </a:r>
            <a:r>
              <a:rPr lang="en-US" sz="1400"/>
              <a:t>прогнозирование</a:t>
            </a:r>
            <a:r>
              <a:rPr lang="en-US" sz="1400"/>
              <a:t> </a:t>
            </a:r>
            <a:r>
              <a:rPr lang="en-US" sz="1400"/>
              <a:t>зон</a:t>
            </a:r>
            <a:r>
              <a:rPr lang="en-US" sz="1400"/>
              <a:t> </a:t>
            </a:r>
            <a:r>
              <a:rPr lang="en-US" sz="1400"/>
              <a:t>химического</a:t>
            </a:r>
            <a:r>
              <a:rPr lang="en-US" sz="1400"/>
              <a:t> </a:t>
            </a:r>
            <a:r>
              <a:rPr lang="en-US" sz="1400"/>
              <a:t>заражения</a:t>
            </a:r>
            <a:r>
              <a:rPr lang="en-US" sz="1400"/>
              <a:t> </a:t>
            </a:r>
            <a:r>
              <a:rPr lang="en-US" sz="1400"/>
              <a:t>по</a:t>
            </a:r>
            <a:r>
              <a:rPr lang="en-US" sz="1400"/>
              <a:t> </a:t>
            </a:r>
            <a:r>
              <a:rPr lang="en-US" sz="1400"/>
              <a:t>реальным</a:t>
            </a:r>
            <a:r>
              <a:rPr lang="en-US" sz="1400"/>
              <a:t> </a:t>
            </a:r>
            <a:r>
              <a:rPr lang="en-US" sz="1400"/>
              <a:t>метеоданным</a:t>
            </a:r>
            <a:r>
              <a:rPr lang="en-US" sz="1400"/>
              <a:t>.</a:t>
            </a:r>
            <a:endParaRPr/>
          </a:p>
          <a:p>
            <a:pPr marL="0" lvl="0" indent="457200" algn="l" rtl="0">
              <a:lnSpc>
                <a:spcPct val="120000"/>
              </a:lnSpc>
              <a:spcBef>
                <a:spcPts val="0"/>
              </a:spcBef>
              <a:spcAft>
                <a:spcPts val="0"/>
              </a:spcAft>
              <a:buNone/>
              <a:defRPr/>
            </a:pPr>
            <a:endParaRPr lang="en-US" sz="1400" b="1" i="1"/>
          </a:p>
          <a:p>
            <a:pPr marL="0" lvl="0" indent="457200" algn="l" rtl="0">
              <a:lnSpc>
                <a:spcPct val="120000"/>
              </a:lnSpc>
              <a:spcBef>
                <a:spcPts val="0"/>
              </a:spcBef>
              <a:spcAft>
                <a:spcPts val="0"/>
              </a:spcAft>
              <a:buNone/>
              <a:defRPr/>
            </a:pPr>
            <a:r>
              <a:rPr lang="en-US" sz="1400" b="1" i="1"/>
              <a:t>Мероприятия</a:t>
            </a:r>
            <a:r>
              <a:rPr lang="en-US" sz="1400" b="1" i="1"/>
              <a:t> </a:t>
            </a:r>
            <a:r>
              <a:rPr lang="en-US" sz="1400" b="1" i="1"/>
              <a:t>на</a:t>
            </a:r>
            <a:r>
              <a:rPr lang="en-US" sz="1400" b="1" i="1"/>
              <a:t> </a:t>
            </a:r>
            <a:r>
              <a:rPr lang="en-US" sz="1400" b="1" i="1"/>
              <a:t>случай</a:t>
            </a:r>
            <a:r>
              <a:rPr lang="en-US" sz="1400" b="1" i="1"/>
              <a:t> </a:t>
            </a:r>
            <a:r>
              <a:rPr lang="en-US" sz="1400" b="1" i="1"/>
              <a:t>аварии</a:t>
            </a:r>
            <a:r>
              <a:rPr lang="en-US" sz="1400" b="1" i="1"/>
              <a:t> </a:t>
            </a:r>
            <a:r>
              <a:rPr lang="en-US" sz="1400"/>
              <a:t>должны</a:t>
            </a:r>
            <a:r>
              <a:rPr lang="en-US" sz="1400"/>
              <a:t> </a:t>
            </a:r>
            <a:r>
              <a:rPr lang="en-US" sz="1400"/>
              <a:t>быть</a:t>
            </a:r>
            <a:r>
              <a:rPr lang="en-US" sz="1400"/>
              <a:t> </a:t>
            </a:r>
            <a:r>
              <a:rPr lang="en-US" sz="1400"/>
              <a:t>направлены</a:t>
            </a:r>
            <a:r>
              <a:rPr lang="en-US" sz="1400"/>
              <a:t> </a:t>
            </a:r>
            <a:r>
              <a:rPr lang="en-US" sz="1400"/>
              <a:t>на</a:t>
            </a:r>
            <a:r>
              <a:rPr lang="en-US" sz="1400"/>
              <a:t> </a:t>
            </a:r>
            <a:r>
              <a:rPr lang="en-US" sz="1400"/>
              <a:t>немедленную</a:t>
            </a:r>
            <a:r>
              <a:rPr lang="en-US" sz="1400"/>
              <a:t> </a:t>
            </a:r>
            <a:r>
              <a:rPr lang="en-US" sz="1400"/>
              <a:t>организацию</a:t>
            </a:r>
            <a:r>
              <a:rPr lang="en-US" sz="1400"/>
              <a:t> </a:t>
            </a:r>
            <a:r>
              <a:rPr lang="en-US" sz="1400"/>
              <a:t>эвакуации</a:t>
            </a:r>
            <a:r>
              <a:rPr lang="en-US" sz="1400"/>
              <a:t> </a:t>
            </a:r>
            <a:r>
              <a:rPr lang="en-US" sz="1400"/>
              <a:t>населения</a:t>
            </a:r>
            <a:r>
              <a:rPr lang="en-US" sz="1400"/>
              <a:t> </a:t>
            </a:r>
            <a:r>
              <a:rPr lang="en-US" sz="1400"/>
              <a:t>из</a:t>
            </a:r>
            <a:r>
              <a:rPr lang="en-US" sz="1400"/>
              <a:t> </a:t>
            </a:r>
            <a:r>
              <a:rPr lang="en-US" sz="1400"/>
              <a:t>угрожаемой</a:t>
            </a:r>
            <a:r>
              <a:rPr lang="en-US" sz="1400"/>
              <a:t> </a:t>
            </a:r>
            <a:r>
              <a:rPr lang="en-US" sz="1400"/>
              <a:t>зоны</a:t>
            </a:r>
            <a:r>
              <a:rPr lang="en-US" sz="1400"/>
              <a:t> </a:t>
            </a:r>
            <a:r>
              <a:rPr lang="en-US" sz="1400"/>
              <a:t>в</a:t>
            </a:r>
            <a:r>
              <a:rPr lang="en-US" sz="1400"/>
              <a:t> </a:t>
            </a:r>
            <a:r>
              <a:rPr lang="en-US" sz="1400"/>
              <a:t>направлении</a:t>
            </a:r>
            <a:r>
              <a:rPr lang="en-US" sz="1400"/>
              <a:t>, </a:t>
            </a:r>
            <a:r>
              <a:rPr lang="en-US" sz="1400"/>
              <a:t>перпендикулярном</a:t>
            </a:r>
            <a:r>
              <a:rPr lang="en-US" sz="1400"/>
              <a:t> </a:t>
            </a:r>
            <a:r>
              <a:rPr lang="en-US" sz="1400"/>
              <a:t>направлению</a:t>
            </a:r>
            <a:r>
              <a:rPr lang="en-US" sz="1400"/>
              <a:t> </a:t>
            </a:r>
            <a:r>
              <a:rPr lang="en-US" sz="1400"/>
              <a:t>ветра</a:t>
            </a:r>
            <a:r>
              <a:rPr lang="en-US" sz="1400"/>
              <a:t>, </a:t>
            </a:r>
            <a:r>
              <a:rPr lang="en-US" sz="1400"/>
              <a:t>и</a:t>
            </a:r>
            <a:r>
              <a:rPr lang="en-US" sz="1400"/>
              <a:t> </a:t>
            </a:r>
            <a:r>
              <a:rPr lang="en-US" sz="1400"/>
              <a:t>проведение</a:t>
            </a:r>
            <a:r>
              <a:rPr lang="en-US" sz="1400"/>
              <a:t> </a:t>
            </a:r>
            <a:r>
              <a:rPr lang="en-US" sz="1400"/>
              <a:t>работ</a:t>
            </a:r>
            <a:r>
              <a:rPr lang="en-US" sz="1400"/>
              <a:t> </a:t>
            </a:r>
            <a:r>
              <a:rPr lang="en-US" sz="1400"/>
              <a:t>по</a:t>
            </a:r>
            <a:r>
              <a:rPr lang="en-US" sz="1400"/>
              <a:t> </a:t>
            </a:r>
            <a:r>
              <a:rPr lang="en-US" sz="1400"/>
              <a:t>локализации</a:t>
            </a:r>
            <a:r>
              <a:rPr lang="en-US" sz="1400"/>
              <a:t> </a:t>
            </a:r>
            <a:r>
              <a:rPr lang="en-US" sz="1400"/>
              <a:t>очага</a:t>
            </a:r>
            <a:r>
              <a:rPr lang="en-US" sz="1400"/>
              <a:t> </a:t>
            </a:r>
            <a:r>
              <a:rPr lang="en-US" sz="1400"/>
              <a:t>химического</a:t>
            </a:r>
            <a:r>
              <a:rPr lang="en-US" sz="1400"/>
              <a:t> </a:t>
            </a:r>
            <a:r>
              <a:rPr lang="en-US" sz="1400"/>
              <a:t>заражения</a:t>
            </a:r>
            <a:r>
              <a:rPr lang="en-US" sz="1400"/>
              <a:t> </a:t>
            </a:r>
            <a:r>
              <a:rPr lang="en-US" sz="1400"/>
              <a:t>силами</a:t>
            </a:r>
            <a:r>
              <a:rPr lang="en-US" sz="1400"/>
              <a:t> </a:t>
            </a:r>
            <a:r>
              <a:rPr lang="en-US" sz="1400"/>
              <a:t>газоспасательной</a:t>
            </a:r>
            <a:r>
              <a:rPr lang="en-US" sz="1400"/>
              <a:t> </a:t>
            </a:r>
            <a:r>
              <a:rPr lang="en-US" sz="1400"/>
              <a:t>службы</a:t>
            </a:r>
            <a:r>
              <a:rPr lang="en-US" sz="1400"/>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2773613" name="Google Shape;34;p6"/>
          <p:cNvSpPr txBox="1">
            <a:spLocks noGrp="1"/>
          </p:cNvSpPr>
          <p:nvPr>
            <p:ph type="title"/>
          </p:nvPr>
        </p:nvSpPr>
        <p:spPr bwMode="auto">
          <a:xfrm>
            <a:off x="442927" y="337700"/>
            <a:ext cx="6256200" cy="4407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en-US"/>
              <a:t>Литература </a:t>
            </a:r>
            <a:endParaRPr/>
          </a:p>
        </p:txBody>
      </p:sp>
      <p:sp>
        <p:nvSpPr>
          <p:cNvPr id="1267315558" name="Google Shape;35;p6"/>
          <p:cNvSpPr txBox="1">
            <a:spLocks noGrp="1"/>
          </p:cNvSpPr>
          <p:nvPr>
            <p:ph type="sldNum" idx="12"/>
          </p:nvPr>
        </p:nvSpPr>
        <p:spPr bwMode="auto">
          <a:xfrm>
            <a:off x="8704250" y="481658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19</a:t>
            </a:fld>
            <a:endParaRPr sz="1400">
              <a:solidFill>
                <a:srgbClr val="000000"/>
              </a:solidFill>
            </a:endParaRPr>
          </a:p>
        </p:txBody>
      </p:sp>
      <p:sp>
        <p:nvSpPr>
          <p:cNvPr id="1856841688" name="Прямоугольник 1"/>
          <p:cNvSpPr/>
          <p:nvPr/>
        </p:nvSpPr>
        <p:spPr bwMode="auto">
          <a:xfrm>
            <a:off x="347072" y="1012987"/>
            <a:ext cx="8563278" cy="3539430"/>
          </a:xfrm>
          <a:prstGeom prst="rect">
            <a:avLst/>
          </a:prstGeom>
        </p:spPr>
        <p:txBody>
          <a:bodyPr wrap="square">
            <a:spAutoFit/>
          </a:bodyPr>
          <a:lstStyle/>
          <a:p>
            <a:pPr indent="457200">
              <a:defRPr/>
            </a:pPr>
            <a:r>
              <a:rPr lang="ru-RU" sz="1600">
                <a:latin typeface="Times New Roman"/>
              </a:rPr>
              <a:t>1. Воздвиженский Ю. М., Панихидников С. А. Безопасность жизнедеятельности на</a:t>
            </a:r>
            <a:br>
              <a:rPr lang="ru-RU" sz="1600">
                <a:latin typeface="Times New Roman"/>
              </a:rPr>
            </a:br>
            <a:r>
              <a:rPr lang="ru-RU" sz="1600">
                <a:latin typeface="Times New Roman"/>
              </a:rPr>
              <a:t>предприятиях связи в условиях чрезвычайных ситуациях / СПбГУТ. – СПб., 2013.</a:t>
            </a:r>
            <a:endParaRPr/>
          </a:p>
          <a:p>
            <a:pPr indent="457200">
              <a:defRPr/>
            </a:pPr>
            <a:r>
              <a:rPr lang="ru-RU" sz="1600">
                <a:latin typeface="Times New Roman"/>
              </a:rPr>
              <a:t>2. Воздвиженский Ю.М. Методические рекомендации для практических занятий и</a:t>
            </a:r>
            <a:br>
              <a:rPr lang="ru-RU" sz="1600">
                <a:latin typeface="Times New Roman"/>
              </a:rPr>
            </a:br>
            <a:r>
              <a:rPr lang="ru-RU" sz="1600">
                <a:latin typeface="Times New Roman"/>
              </a:rPr>
              <a:t>задания для студентов всех направлений (специальностей) по оценке устойчивости</a:t>
            </a:r>
            <a:br>
              <a:rPr lang="ru-RU" sz="1600">
                <a:latin typeface="Times New Roman"/>
              </a:rPr>
            </a:br>
            <a:r>
              <a:rPr lang="ru-RU" sz="1600">
                <a:latin typeface="Times New Roman"/>
              </a:rPr>
              <a:t>функционирования объектов связи в чрезвычайных ситуациях/Ю. М. Воздвиженский, В. А.</a:t>
            </a:r>
            <a:br>
              <a:rPr lang="ru-RU" sz="1600">
                <a:latin typeface="Times New Roman"/>
              </a:rPr>
            </a:br>
            <a:r>
              <a:rPr lang="ru-RU" sz="1600">
                <a:latin typeface="Times New Roman"/>
              </a:rPr>
              <a:t>Феоктистов, В. К. Иванов. СПбГУТ, – СПб., 2014.</a:t>
            </a:r>
            <a:endParaRPr/>
          </a:p>
          <a:p>
            <a:pPr indent="457200">
              <a:defRPr/>
            </a:pPr>
            <a:r>
              <a:rPr lang="ru-RU" sz="1600">
                <a:latin typeface="Times New Roman"/>
              </a:rPr>
              <a:t>3. Воздвиженский Ю. М. Безопасность жизнедеятельности на предприятиях связи /</a:t>
            </a:r>
            <a:br>
              <a:rPr lang="ru-RU" sz="1600">
                <a:latin typeface="Times New Roman"/>
              </a:rPr>
            </a:br>
            <a:r>
              <a:rPr lang="ru-RU" sz="1600">
                <a:latin typeface="Times New Roman"/>
              </a:rPr>
              <a:t>Ю.М. Воздвиженский, Н. Н Короткова, Е. Н. Костромина, С.А. Овчинников, Г. Н. </a:t>
            </a:r>
            <a:r>
              <a:rPr lang="ru-RU" sz="1600">
                <a:latin typeface="Times New Roman"/>
              </a:rPr>
              <a:t>Бучин</a:t>
            </a:r>
            <a:r>
              <a:rPr lang="ru-RU" sz="1600">
                <a:latin typeface="Times New Roman"/>
              </a:rPr>
              <a:t>.</a:t>
            </a:r>
            <a:br>
              <a:rPr lang="ru-RU" sz="1600">
                <a:latin typeface="Times New Roman"/>
              </a:rPr>
            </a:br>
            <a:r>
              <a:rPr lang="ru-RU" sz="1600">
                <a:latin typeface="Times New Roman"/>
              </a:rPr>
              <a:t>СПбГУТ, – СПб., 2009.</a:t>
            </a:r>
            <a:endParaRPr/>
          </a:p>
          <a:p>
            <a:pPr indent="457200">
              <a:defRPr/>
            </a:pPr>
            <a:r>
              <a:rPr lang="ru-RU" sz="1600">
                <a:latin typeface="Times New Roman"/>
              </a:rPr>
              <a:t>4. Воздвиженский Ю. М., Короткова Н.А. Безопасность жизнедеятельности. Некоторые</a:t>
            </a:r>
            <a:br>
              <a:rPr lang="ru-RU" sz="1600">
                <a:latin typeface="Times New Roman"/>
              </a:rPr>
            </a:br>
            <a:r>
              <a:rPr lang="ru-RU" sz="1600">
                <a:latin typeface="Times New Roman"/>
              </a:rPr>
              <a:t>аспекты психологии поведения человека в чрезвычайных ситуациях./ СПбГУТ. –СПб., 2005.</a:t>
            </a:r>
            <a:endParaRPr/>
          </a:p>
          <a:p>
            <a:pPr indent="457200">
              <a:defRPr/>
            </a:pPr>
            <a:r>
              <a:rPr lang="ru-RU" sz="1600">
                <a:latin typeface="Times New Roman"/>
              </a:rPr>
              <a:t>5. Нормы радиационной безопасности (НРБ-99): Гигиенические нормативы. – М.: Центр санитарно-эпидемиологического нормирования, гигиенической сертификации и экспертизы Минздрава России, 1999. – 116 с.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4640284" name="Google Shape;27;p5"/>
          <p:cNvSpPr txBox="1">
            <a:spLocks noGrp="1"/>
          </p:cNvSpPr>
          <p:nvPr>
            <p:ph type="title"/>
          </p:nvPr>
        </p:nvSpPr>
        <p:spPr bwMode="auto">
          <a:xfrm>
            <a:off x="410014" y="1383029"/>
            <a:ext cx="5631300" cy="1307400"/>
          </a:xfrm>
          <a:prstGeom prst="rect">
            <a:avLst/>
          </a:prstGeom>
        </p:spPr>
        <p:txBody>
          <a:bodyPr spcFirstLastPara="1" wrap="square" lIns="19025" tIns="19025" rIns="19025" bIns="19025" anchor="b" anchorCtr="0">
            <a:noAutofit/>
          </a:bodyPr>
          <a:lstStyle/>
          <a:p>
            <a:pPr marL="0" lvl="0" indent="0" algn="l" rtl="0">
              <a:spcBef>
                <a:spcPts val="0"/>
              </a:spcBef>
              <a:spcAft>
                <a:spcPts val="0"/>
              </a:spcAft>
              <a:buNone/>
              <a:defRPr/>
            </a:pPr>
            <a:r>
              <a:rPr lang="ru-RU" sz="4000" b="1"/>
              <a:t>Спасибо за внимание</a:t>
            </a:r>
            <a:endParaRPr sz="4000" b="1"/>
          </a:p>
          <a:p>
            <a:pPr marL="0" lvl="0" indent="0" algn="l" rtl="0">
              <a:spcBef>
                <a:spcPts val="0"/>
              </a:spcBef>
              <a:spcAft>
                <a:spcPts val="0"/>
              </a:spcAft>
              <a:buNone/>
              <a:defRPr/>
            </a:pPr>
            <a:endParaRPr sz="4000" b="1"/>
          </a:p>
        </p:txBody>
      </p:sp>
      <p:sp>
        <p:nvSpPr>
          <p:cNvPr id="1032052378" name="Google Shape;28;p5"/>
          <p:cNvSpPr txBox="1">
            <a:spLocks noGrp="1"/>
          </p:cNvSpPr>
          <p:nvPr>
            <p:ph type="body" idx="1"/>
          </p:nvPr>
        </p:nvSpPr>
        <p:spPr bwMode="auto">
          <a:xfrm>
            <a:off x="293279" y="4175344"/>
            <a:ext cx="7810500" cy="446400"/>
          </a:xfrm>
          <a:prstGeom prst="rect">
            <a:avLst/>
          </a:prstGeom>
        </p:spPr>
        <p:txBody>
          <a:bodyPr spcFirstLastPara="1" wrap="square" lIns="19025" tIns="19025" rIns="19025" bIns="19025" anchor="t" anchorCtr="0">
            <a:noAutofit/>
          </a:bodyPr>
          <a:lstStyle/>
          <a:p>
            <a:pPr marL="0" lvl="0" indent="0" algn="l" rtl="0">
              <a:spcBef>
                <a:spcPts val="0"/>
              </a:spcBef>
              <a:spcAft>
                <a:spcPts val="0"/>
              </a:spcAft>
              <a:buNone/>
              <a:defRPr/>
            </a:pPr>
            <a:r>
              <a:rPr lang="en-US" sz="2200"/>
              <a:t>дата</a:t>
            </a:r>
            <a:endParaRPr sz="2200"/>
          </a:p>
        </p:txBody>
      </p:sp>
      <p:sp>
        <p:nvSpPr>
          <p:cNvPr id="1666147676" name="Google Shape;29;p5"/>
          <p:cNvSpPr txBox="1">
            <a:spLocks noGrp="1"/>
          </p:cNvSpPr>
          <p:nvPr>
            <p:ph type="sldNum" idx="12"/>
          </p:nvPr>
        </p:nvSpPr>
        <p:spPr bwMode="auto">
          <a:xfrm>
            <a:off x="8709450" y="4822031"/>
            <a:ext cx="206100" cy="145500"/>
          </a:xfrm>
          <a:prstGeom prst="rect">
            <a:avLst/>
          </a:prstGeom>
        </p:spPr>
        <p:txBody>
          <a:bodyPr spcFirstLastPara="1" wrap="square" lIns="19025" tIns="19025" rIns="19025" bIns="19025" anchor="t" anchorCtr="0">
            <a:noAutofit/>
          </a:bodyPr>
          <a:lstStyle/>
          <a:p>
            <a:pPr marL="0" lvl="0" indent="0" algn="r" rtl="0">
              <a:spcBef>
                <a:spcPts val="0"/>
              </a:spcBef>
              <a:spcAft>
                <a:spcPts val="0"/>
              </a:spcAft>
              <a:buClr>
                <a:srgbClr val="4D4E4F"/>
              </a:buClr>
              <a:buSzPts val="1100"/>
              <a:buFont typeface="Arial"/>
              <a:buNone/>
              <a:defRPr/>
            </a:pPr>
            <a:fld id="{00000000-1234-1234-1234-123412341234}" type="slidenum">
              <a:rPr lang="en-US"/>
              <a:t>20</a:t>
            </a:fld>
            <a:endParaRPr sz="140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White">
  <a:themeElements>
    <a:clrScheme name="White">
      <a:dk1>
        <a:srgbClr val="5E5E5E"/>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ONLYOFFICE/9.2.0.100</Application>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Заголовок </dc:title>
  <dc:creator/>
  <cp:lastModifiedBy/>
  <cp:revision>79</cp:revision>
  <dcterms:created xsi:type="dcterms:W3CDTF">2025-11-12T07:27:00Z</dcterms:created>
  <dcterms:modified xsi:type="dcterms:W3CDTF">2025-12-02T11:30:59Z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BE353808599F40A197F462CC795B46B4_12</vt:lpwstr>
  </property>
  <property fmtid="{D5CDD505-2E9C-101B-9397-08002B2CF9AE}" pid="3" name="KSOProductBuildVer">
    <vt:lpwstr>1049-12.2.0.23155</vt:lpwstr>
  </property>
</Properties>
</file>